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sldIdLst>
    <p:sldId id="852" r:id="rId5"/>
    <p:sldId id="853" r:id="rId6"/>
    <p:sldId id="854" r:id="rId7"/>
    <p:sldId id="855" r:id="rId8"/>
    <p:sldId id="857" r:id="rId9"/>
    <p:sldId id="856" r:id="rId10"/>
    <p:sldId id="858" r:id="rId11"/>
    <p:sldId id="860" r:id="rId12"/>
    <p:sldId id="861" r:id="rId13"/>
    <p:sldId id="862" r:id="rId14"/>
    <p:sldId id="863" r:id="rId15"/>
    <p:sldId id="865" r:id="rId16"/>
    <p:sldId id="864" r:id="rId17"/>
    <p:sldId id="866" r:id="rId18"/>
    <p:sldId id="867" r:id="rId19"/>
    <p:sldId id="868" r:id="rId20"/>
    <p:sldId id="869" r:id="rId21"/>
    <p:sldId id="870" r:id="rId22"/>
    <p:sldId id="871" r:id="rId23"/>
    <p:sldId id="872" r:id="rId24"/>
    <p:sldId id="873" r:id="rId25"/>
    <p:sldId id="874" r:id="rId26"/>
    <p:sldId id="875" r:id="rId27"/>
    <p:sldId id="879" r:id="rId28"/>
    <p:sldId id="876" r:id="rId29"/>
    <p:sldId id="877" r:id="rId30"/>
    <p:sldId id="87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bileApp" id="{2C2EDD9E-79FE-41EA-9AA3-AAEB9EDBAEC6}">
          <p14:sldIdLst>
            <p14:sldId id="852"/>
            <p14:sldId id="853"/>
            <p14:sldId id="854"/>
            <p14:sldId id="855"/>
            <p14:sldId id="857"/>
            <p14:sldId id="856"/>
            <p14:sldId id="858"/>
            <p14:sldId id="860"/>
            <p14:sldId id="861"/>
            <p14:sldId id="862"/>
            <p14:sldId id="863"/>
            <p14:sldId id="865"/>
            <p14:sldId id="864"/>
            <p14:sldId id="866"/>
            <p14:sldId id="867"/>
            <p14:sldId id="868"/>
            <p14:sldId id="869"/>
            <p14:sldId id="870"/>
            <p14:sldId id="871"/>
            <p14:sldId id="872"/>
            <p14:sldId id="873"/>
            <p14:sldId id="874"/>
            <p14:sldId id="875"/>
          </p14:sldIdLst>
        </p14:section>
        <p14:section name="Cấu hình gateway" id="{746650B5-F83F-44E3-BAA3-B4D9D7B08C62}">
          <p14:sldIdLst>
            <p14:sldId id="879"/>
            <p14:sldId id="876"/>
            <p14:sldId id="877"/>
            <p14:sldId id="8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9D"/>
    <a:srgbClr val="FFBA75"/>
    <a:srgbClr val="215F9A"/>
    <a:srgbClr val="87DBF5"/>
    <a:srgbClr val="253451"/>
    <a:srgbClr val="FF8C19"/>
    <a:srgbClr val="FF6900"/>
    <a:srgbClr val="FF8A14"/>
    <a:srgbClr val="F190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08D341-F035-470B-9618-E879346D5E5C}" v="353" dt="2025-03-28T07:35:39.2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6646" autoAdjust="0"/>
  </p:normalViewPr>
  <p:slideViewPr>
    <p:cSldViewPr snapToGrid="0">
      <p:cViewPr>
        <p:scale>
          <a:sx n="100" d="100"/>
          <a:sy n="100" d="100"/>
        </p:scale>
        <p:origin x="99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133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134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" userId="5407a4ac-8bce-441f-bfcf-dce97edd8be4" providerId="ADAL" clId="{5E55F995-9B8D-43F6-AC83-E69504749C39}"/>
    <pc:docChg chg="modSld">
      <pc:chgData name="Ky" userId="5407a4ac-8bce-441f-bfcf-dce97edd8be4" providerId="ADAL" clId="{5E55F995-9B8D-43F6-AC83-E69504749C39}" dt="2025-03-28T08:21:09.088" v="1" actId="108"/>
      <pc:docMkLst>
        <pc:docMk/>
      </pc:docMkLst>
      <pc:sldChg chg="modSp mod">
        <pc:chgData name="Ky" userId="5407a4ac-8bce-441f-bfcf-dce97edd8be4" providerId="ADAL" clId="{5E55F995-9B8D-43F6-AC83-E69504749C39}" dt="2025-03-28T08:21:09.088" v="1" actId="108"/>
        <pc:sldMkLst>
          <pc:docMk/>
          <pc:sldMk cId="2025792012" sldId="718"/>
        </pc:sldMkLst>
        <pc:picChg chg="mod">
          <ac:chgData name="Ky" userId="5407a4ac-8bce-441f-bfcf-dce97edd8be4" providerId="ADAL" clId="{5E55F995-9B8D-43F6-AC83-E69504749C39}" dt="2025-03-28T08:21:06.521" v="0" actId="108"/>
          <ac:picMkLst>
            <pc:docMk/>
            <pc:sldMk cId="2025792012" sldId="718"/>
            <ac:picMk id="7" creationId="{3E5984A0-8369-1604-9133-F1D148CB49CD}"/>
          </ac:picMkLst>
        </pc:picChg>
        <pc:picChg chg="mod">
          <ac:chgData name="Ky" userId="5407a4ac-8bce-441f-bfcf-dce97edd8be4" providerId="ADAL" clId="{5E55F995-9B8D-43F6-AC83-E69504749C39}" dt="2025-03-28T08:21:09.088" v="1" actId="108"/>
          <ac:picMkLst>
            <pc:docMk/>
            <pc:sldMk cId="2025792012" sldId="718"/>
            <ac:picMk id="8" creationId="{453A6174-8318-65B4-6DD7-CCA939BD8C2F}"/>
          </ac:picMkLst>
        </pc:picChg>
      </pc:sldChg>
    </pc:docChg>
  </pc:docChgLst>
  <pc:docChgLst>
    <pc:chgData name="Ky" userId="5407a4ac-8bce-441f-bfcf-dce97edd8be4" providerId="ADAL" clId="{4208D341-F035-470B-9618-E879346D5E5C}"/>
    <pc:docChg chg="undo redo custSel addSld delSld modSld sldOrd addSection modSection">
      <pc:chgData name="Ky" userId="5407a4ac-8bce-441f-bfcf-dce97edd8be4" providerId="ADAL" clId="{4208D341-F035-470B-9618-E879346D5E5C}" dt="2025-03-28T07:35:45.061" v="4678" actId="1035"/>
      <pc:docMkLst>
        <pc:docMk/>
      </pc:docMkLst>
      <pc:sldChg chg="addSp delSp modSp add mod">
        <pc:chgData name="Ky" userId="5407a4ac-8bce-441f-bfcf-dce97edd8be4" providerId="ADAL" clId="{4208D341-F035-470B-9618-E879346D5E5C}" dt="2025-03-28T07:22:30.762" v="4414" actId="478"/>
        <pc:sldMkLst>
          <pc:docMk/>
          <pc:sldMk cId="1731320566" sldId="340"/>
        </pc:sldMkLst>
        <pc:spChg chg="add mod ord">
          <ac:chgData name="Ky" userId="5407a4ac-8bce-441f-bfcf-dce97edd8be4" providerId="ADAL" clId="{4208D341-F035-470B-9618-E879346D5E5C}" dt="2025-02-17T09:02:37.968" v="320" actId="166"/>
          <ac:spMkLst>
            <pc:docMk/>
            <pc:sldMk cId="1731320566" sldId="340"/>
            <ac:spMk id="2" creationId="{1E8DD4D9-5696-77B5-7A94-1EFF936FCC7C}"/>
          </ac:spMkLst>
        </pc:spChg>
        <pc:spChg chg="add mod ord">
          <ac:chgData name="Ky" userId="5407a4ac-8bce-441f-bfcf-dce97edd8be4" providerId="ADAL" clId="{4208D341-F035-470B-9618-E879346D5E5C}" dt="2025-02-17T09:03:45.131" v="339" actId="166"/>
          <ac:spMkLst>
            <pc:docMk/>
            <pc:sldMk cId="1731320566" sldId="340"/>
            <ac:spMk id="5" creationId="{3777245C-4711-A249-E009-7014CD5943C8}"/>
          </ac:spMkLst>
        </pc:spChg>
        <pc:spChg chg="add del mod">
          <ac:chgData name="Ky" userId="5407a4ac-8bce-441f-bfcf-dce97edd8be4" providerId="ADAL" clId="{4208D341-F035-470B-9618-E879346D5E5C}" dt="2025-03-28T07:22:30.762" v="4414" actId="478"/>
          <ac:spMkLst>
            <pc:docMk/>
            <pc:sldMk cId="1731320566" sldId="340"/>
            <ac:spMk id="9" creationId="{2CBC5014-18BC-78B6-DD86-C0A0C83FF3B3}"/>
          </ac:spMkLst>
        </pc:spChg>
        <pc:spChg chg="add mod ord">
          <ac:chgData name="Ky" userId="5407a4ac-8bce-441f-bfcf-dce97edd8be4" providerId="ADAL" clId="{4208D341-F035-470B-9618-E879346D5E5C}" dt="2025-03-28T07:22:18.245" v="4412" actId="1076"/>
          <ac:spMkLst>
            <pc:docMk/>
            <pc:sldMk cId="1731320566" sldId="340"/>
            <ac:spMk id="16" creationId="{4D6643D5-339E-F9E3-AFB0-7585A9B316B9}"/>
          </ac:spMkLst>
        </pc:spChg>
        <pc:spChg chg="add mod ord">
          <ac:chgData name="Ky" userId="5407a4ac-8bce-441f-bfcf-dce97edd8be4" providerId="ADAL" clId="{4208D341-F035-470B-9618-E879346D5E5C}" dt="2025-02-17T09:11:59.138" v="475" actId="166"/>
          <ac:spMkLst>
            <pc:docMk/>
            <pc:sldMk cId="1731320566" sldId="340"/>
            <ac:spMk id="37" creationId="{CDFA5FE4-125B-AFEE-7853-8602E730E2C9}"/>
          </ac:spMkLst>
        </pc:spChg>
        <pc:spChg chg="add mod">
          <ac:chgData name="Ky" userId="5407a4ac-8bce-441f-bfcf-dce97edd8be4" providerId="ADAL" clId="{4208D341-F035-470B-9618-E879346D5E5C}" dt="2025-02-17T09:13:07.960" v="542" actId="14100"/>
          <ac:spMkLst>
            <pc:docMk/>
            <pc:sldMk cId="1731320566" sldId="340"/>
            <ac:spMk id="43" creationId="{1303555B-E17E-C301-94D4-B0690AD1CBE2}"/>
          </ac:spMkLst>
        </pc:spChg>
        <pc:picChg chg="mod">
          <ac:chgData name="Ky" userId="5407a4ac-8bce-441f-bfcf-dce97edd8be4" providerId="ADAL" clId="{4208D341-F035-470B-9618-E879346D5E5C}" dt="2025-02-17T09:02:05.890" v="317" actId="108"/>
          <ac:picMkLst>
            <pc:docMk/>
            <pc:sldMk cId="1731320566" sldId="340"/>
            <ac:picMk id="3" creationId="{68BD9B55-0ECB-0079-5F46-BCC06834CF65}"/>
          </ac:picMkLst>
        </pc:picChg>
        <pc:cxnChg chg="add mod">
          <ac:chgData name="Ky" userId="5407a4ac-8bce-441f-bfcf-dce97edd8be4" providerId="ADAL" clId="{4208D341-F035-470B-9618-E879346D5E5C}" dt="2025-02-17T09:14:10.502" v="550" actId="14100"/>
          <ac:cxnSpMkLst>
            <pc:docMk/>
            <pc:sldMk cId="1731320566" sldId="340"/>
            <ac:cxnSpMk id="4" creationId="{9387147F-2360-FBC3-B923-8DC908D81057}"/>
          </ac:cxnSpMkLst>
        </pc:cxnChg>
        <pc:cxnChg chg="add mod">
          <ac:chgData name="Ky" userId="5407a4ac-8bce-441f-bfcf-dce97edd8be4" providerId="ADAL" clId="{4208D341-F035-470B-9618-E879346D5E5C}" dt="2025-02-17T09:13:55.169" v="548" actId="14100"/>
          <ac:cxnSpMkLst>
            <pc:docMk/>
            <pc:sldMk cId="1731320566" sldId="340"/>
            <ac:cxnSpMk id="7" creationId="{3FCFC7CE-9FCE-8DBA-A408-63F7D8D70723}"/>
          </ac:cxnSpMkLst>
        </pc:cxnChg>
        <pc:cxnChg chg="add mod">
          <ac:chgData name="Ky" userId="5407a4ac-8bce-441f-bfcf-dce97edd8be4" providerId="ADAL" clId="{4208D341-F035-470B-9618-E879346D5E5C}" dt="2025-03-28T07:22:30.762" v="4414" actId="478"/>
          <ac:cxnSpMkLst>
            <pc:docMk/>
            <pc:sldMk cId="1731320566" sldId="340"/>
            <ac:cxnSpMk id="17" creationId="{CA85B3BB-1A4C-67D5-E7DE-377F2E98BF45}"/>
          </ac:cxnSpMkLst>
        </pc:cxnChg>
        <pc:cxnChg chg="add mod">
          <ac:chgData name="Ky" userId="5407a4ac-8bce-441f-bfcf-dce97edd8be4" providerId="ADAL" clId="{4208D341-F035-470B-9618-E879346D5E5C}" dt="2025-02-17T09:11:51.982" v="474" actId="14100"/>
          <ac:cxnSpMkLst>
            <pc:docMk/>
            <pc:sldMk cId="1731320566" sldId="340"/>
            <ac:cxnSpMk id="39" creationId="{34C7FF07-E961-A338-00A1-92A87167E828}"/>
          </ac:cxnSpMkLst>
        </pc:cxnChg>
        <pc:cxnChg chg="add mod">
          <ac:chgData name="Ky" userId="5407a4ac-8bce-441f-bfcf-dce97edd8be4" providerId="ADAL" clId="{4208D341-F035-470B-9618-E879346D5E5C}" dt="2025-02-17T09:13:45.719" v="547" actId="14100"/>
          <ac:cxnSpMkLst>
            <pc:docMk/>
            <pc:sldMk cId="1731320566" sldId="340"/>
            <ac:cxnSpMk id="42" creationId="{2AF1A4C5-66DB-6D9F-9F68-668FD11B4024}"/>
          </ac:cxnSpMkLst>
        </pc:cxnChg>
      </pc:sldChg>
      <pc:sldChg chg="addSp modSp mod">
        <pc:chgData name="Ky" userId="5407a4ac-8bce-441f-bfcf-dce97edd8be4" providerId="ADAL" clId="{4208D341-F035-470B-9618-E879346D5E5C}" dt="2025-03-28T07:25:51.133" v="4432" actId="14100"/>
        <pc:sldMkLst>
          <pc:docMk/>
          <pc:sldMk cId="8652205" sldId="425"/>
        </pc:sldMkLst>
        <pc:spChg chg="add mod">
          <ac:chgData name="Ky" userId="5407a4ac-8bce-441f-bfcf-dce97edd8be4" providerId="ADAL" clId="{4208D341-F035-470B-9618-E879346D5E5C}" dt="2025-03-28T07:25:51.133" v="4432" actId="14100"/>
          <ac:spMkLst>
            <pc:docMk/>
            <pc:sldMk cId="8652205" sldId="425"/>
            <ac:spMk id="2" creationId="{9641DE70-86E4-A4A0-0E1A-5541BBADF02C}"/>
          </ac:spMkLst>
        </pc:spChg>
      </pc:sldChg>
      <pc:sldChg chg="addSp modSp mod">
        <pc:chgData name="Ky" userId="5407a4ac-8bce-441f-bfcf-dce97edd8be4" providerId="ADAL" clId="{4208D341-F035-470B-9618-E879346D5E5C}" dt="2025-03-28T07:33:59.777" v="4655" actId="1036"/>
        <pc:sldMkLst>
          <pc:docMk/>
          <pc:sldMk cId="3082521952" sldId="643"/>
        </pc:sldMkLst>
        <pc:spChg chg="add mod">
          <ac:chgData name="Ky" userId="5407a4ac-8bce-441f-bfcf-dce97edd8be4" providerId="ADAL" clId="{4208D341-F035-470B-9618-E879346D5E5C}" dt="2025-03-28T07:33:59.777" v="4655" actId="1036"/>
          <ac:spMkLst>
            <pc:docMk/>
            <pc:sldMk cId="3082521952" sldId="643"/>
            <ac:spMk id="4" creationId="{367BBA66-5999-F26C-AAF9-4FD2236474BF}"/>
          </ac:spMkLst>
        </pc:spChg>
      </pc:sldChg>
      <pc:sldChg chg="addSp modSp mod">
        <pc:chgData name="Ky" userId="5407a4ac-8bce-441f-bfcf-dce97edd8be4" providerId="ADAL" clId="{4208D341-F035-470B-9618-E879346D5E5C}" dt="2025-03-28T07:32:35.134" v="4651" actId="1037"/>
        <pc:sldMkLst>
          <pc:docMk/>
          <pc:sldMk cId="1959000224" sldId="644"/>
        </pc:sldMkLst>
        <pc:spChg chg="add mod">
          <ac:chgData name="Ky" userId="5407a4ac-8bce-441f-bfcf-dce97edd8be4" providerId="ADAL" clId="{4208D341-F035-470B-9618-E879346D5E5C}" dt="2025-03-28T07:29:21.071" v="4591" actId="29295"/>
          <ac:spMkLst>
            <pc:docMk/>
            <pc:sldMk cId="1959000224" sldId="644"/>
            <ac:spMk id="2" creationId="{E7B6F9E3-F1B2-6A90-1D2B-FA990C2E59E6}"/>
          </ac:spMkLst>
        </pc:spChg>
        <pc:spChg chg="add mod">
          <ac:chgData name="Ky" userId="5407a4ac-8bce-441f-bfcf-dce97edd8be4" providerId="ADAL" clId="{4208D341-F035-470B-9618-E879346D5E5C}" dt="2025-03-28T07:32:29.503" v="4648" actId="1038"/>
          <ac:spMkLst>
            <pc:docMk/>
            <pc:sldMk cId="1959000224" sldId="644"/>
            <ac:spMk id="4" creationId="{F4AD6794-B6C9-CF3F-3DE6-6264C7B96B34}"/>
          </ac:spMkLst>
        </pc:spChg>
        <pc:spChg chg="add mod">
          <ac:chgData name="Ky" userId="5407a4ac-8bce-441f-bfcf-dce97edd8be4" providerId="ADAL" clId="{4208D341-F035-470B-9618-E879346D5E5C}" dt="2025-03-28T07:29:53.120" v="4605" actId="14100"/>
          <ac:spMkLst>
            <pc:docMk/>
            <pc:sldMk cId="1959000224" sldId="644"/>
            <ac:spMk id="6" creationId="{B6B2DAEF-8A76-6471-CEF9-3ED27DF035C7}"/>
          </ac:spMkLst>
        </pc:spChg>
        <pc:spChg chg="add mod">
          <ac:chgData name="Ky" userId="5407a4ac-8bce-441f-bfcf-dce97edd8be4" providerId="ADAL" clId="{4208D341-F035-470B-9618-E879346D5E5C}" dt="2025-03-28T07:30:03.351" v="4608" actId="14100"/>
          <ac:spMkLst>
            <pc:docMk/>
            <pc:sldMk cId="1959000224" sldId="644"/>
            <ac:spMk id="8" creationId="{9557A3C4-4C35-4EFC-B516-E26907589C53}"/>
          </ac:spMkLst>
        </pc:spChg>
        <pc:spChg chg="add mod">
          <ac:chgData name="Ky" userId="5407a4ac-8bce-441f-bfcf-dce97edd8be4" providerId="ADAL" clId="{4208D341-F035-470B-9618-E879346D5E5C}" dt="2025-03-28T07:30:10.774" v="4613" actId="1035"/>
          <ac:spMkLst>
            <pc:docMk/>
            <pc:sldMk cId="1959000224" sldId="644"/>
            <ac:spMk id="11" creationId="{DB00B338-6ABF-768E-51E3-B080C58AC2F1}"/>
          </ac:spMkLst>
        </pc:spChg>
        <pc:spChg chg="add mod">
          <ac:chgData name="Ky" userId="5407a4ac-8bce-441f-bfcf-dce97edd8be4" providerId="ADAL" clId="{4208D341-F035-470B-9618-E879346D5E5C}" dt="2025-03-28T07:31:09.463" v="4636" actId="1038"/>
          <ac:spMkLst>
            <pc:docMk/>
            <pc:sldMk cId="1959000224" sldId="644"/>
            <ac:spMk id="13" creationId="{8A1580BD-D527-2F5A-DC50-98630FDA8D18}"/>
          </ac:spMkLst>
        </pc:spChg>
        <pc:spChg chg="add mod">
          <ac:chgData name="Ky" userId="5407a4ac-8bce-441f-bfcf-dce97edd8be4" providerId="ADAL" clId="{4208D341-F035-470B-9618-E879346D5E5C}" dt="2025-03-28T07:32:35.134" v="4651" actId="1037"/>
          <ac:spMkLst>
            <pc:docMk/>
            <pc:sldMk cId="1959000224" sldId="644"/>
            <ac:spMk id="14" creationId="{3D661956-82E9-C287-DB30-DA309CC3CB5F}"/>
          </ac:spMkLst>
        </pc:spChg>
        <pc:spChg chg="add mod">
          <ac:chgData name="Ky" userId="5407a4ac-8bce-441f-bfcf-dce97edd8be4" providerId="ADAL" clId="{4208D341-F035-470B-9618-E879346D5E5C}" dt="2025-03-28T07:31:29.098" v="4637" actId="14100"/>
          <ac:spMkLst>
            <pc:docMk/>
            <pc:sldMk cId="1959000224" sldId="644"/>
            <ac:spMk id="15" creationId="{A563CA00-9D5D-2FD5-E5A5-3F09BC1F36D9}"/>
          </ac:spMkLst>
        </pc:spChg>
        <pc:spChg chg="add mod">
          <ac:chgData name="Ky" userId="5407a4ac-8bce-441f-bfcf-dce97edd8be4" providerId="ADAL" clId="{4208D341-F035-470B-9618-E879346D5E5C}" dt="2025-03-28T07:30:51.976" v="4631" actId="1035"/>
          <ac:spMkLst>
            <pc:docMk/>
            <pc:sldMk cId="1959000224" sldId="644"/>
            <ac:spMk id="16" creationId="{B9D7D1BA-0B9D-0B81-C206-424F88BAAE87}"/>
          </ac:spMkLst>
        </pc:spChg>
        <pc:spChg chg="add mod">
          <ac:chgData name="Ky" userId="5407a4ac-8bce-441f-bfcf-dce97edd8be4" providerId="ADAL" clId="{4208D341-F035-470B-9618-E879346D5E5C}" dt="2025-03-28T07:32:05.223" v="4638" actId="14100"/>
          <ac:spMkLst>
            <pc:docMk/>
            <pc:sldMk cId="1959000224" sldId="644"/>
            <ac:spMk id="17" creationId="{615E57DE-C204-5B73-4C68-C9CE537D8021}"/>
          </ac:spMkLst>
        </pc:spChg>
        <pc:spChg chg="add mod">
          <ac:chgData name="Ky" userId="5407a4ac-8bce-441f-bfcf-dce97edd8be4" providerId="ADAL" clId="{4208D341-F035-470B-9618-E879346D5E5C}" dt="2025-03-28T07:32:21.692" v="4644" actId="14100"/>
          <ac:spMkLst>
            <pc:docMk/>
            <pc:sldMk cId="1959000224" sldId="644"/>
            <ac:spMk id="18" creationId="{503E2ACB-C7C0-A973-D335-E57F95AF32F5}"/>
          </ac:spMkLst>
        </pc:spChg>
      </pc:sldChg>
      <pc:sldChg chg="addSp modSp mod">
        <pc:chgData name="Ky" userId="5407a4ac-8bce-441f-bfcf-dce97edd8be4" providerId="ADAL" clId="{4208D341-F035-470B-9618-E879346D5E5C}" dt="2025-03-28T07:35:45.061" v="4678" actId="1035"/>
        <pc:sldMkLst>
          <pc:docMk/>
          <pc:sldMk cId="608598233" sldId="649"/>
        </pc:sldMkLst>
        <pc:spChg chg="add mod">
          <ac:chgData name="Ky" userId="5407a4ac-8bce-441f-bfcf-dce97edd8be4" providerId="ADAL" clId="{4208D341-F035-470B-9618-E879346D5E5C}" dt="2025-03-28T07:35:32.494" v="4674" actId="1036"/>
          <ac:spMkLst>
            <pc:docMk/>
            <pc:sldMk cId="608598233" sldId="649"/>
            <ac:spMk id="2" creationId="{7F7CEAAE-1098-E44B-CB9A-16E60B8C12A7}"/>
          </ac:spMkLst>
        </pc:spChg>
        <pc:spChg chg="add mod">
          <ac:chgData name="Ky" userId="5407a4ac-8bce-441f-bfcf-dce97edd8be4" providerId="ADAL" clId="{4208D341-F035-470B-9618-E879346D5E5C}" dt="2025-03-28T07:35:45.061" v="4678" actId="1035"/>
          <ac:spMkLst>
            <pc:docMk/>
            <pc:sldMk cId="608598233" sldId="649"/>
            <ac:spMk id="4" creationId="{71B60218-6FB6-3D6A-09EF-3AD68678C86A}"/>
          </ac:spMkLst>
        </pc:spChg>
      </pc:sldChg>
      <pc:sldChg chg="addSp modSp mod">
        <pc:chgData name="Ky" userId="5407a4ac-8bce-441f-bfcf-dce97edd8be4" providerId="ADAL" clId="{4208D341-F035-470B-9618-E879346D5E5C}" dt="2025-03-28T07:35:06.197" v="4669" actId="1076"/>
        <pc:sldMkLst>
          <pc:docMk/>
          <pc:sldMk cId="1016844303" sldId="650"/>
        </pc:sldMkLst>
        <pc:spChg chg="add mod">
          <ac:chgData name="Ky" userId="5407a4ac-8bce-441f-bfcf-dce97edd8be4" providerId="ADAL" clId="{4208D341-F035-470B-9618-E879346D5E5C}" dt="2025-03-28T07:34:44.601" v="4665" actId="1037"/>
          <ac:spMkLst>
            <pc:docMk/>
            <pc:sldMk cId="1016844303" sldId="650"/>
            <ac:spMk id="6" creationId="{3D6C6358-1590-38A9-EF9A-C5DCECAFB9E9}"/>
          </ac:spMkLst>
        </pc:spChg>
        <pc:spChg chg="add mod">
          <ac:chgData name="Ky" userId="5407a4ac-8bce-441f-bfcf-dce97edd8be4" providerId="ADAL" clId="{4208D341-F035-470B-9618-E879346D5E5C}" dt="2025-03-28T07:34:51.975" v="4667" actId="1076"/>
          <ac:spMkLst>
            <pc:docMk/>
            <pc:sldMk cId="1016844303" sldId="650"/>
            <ac:spMk id="8" creationId="{824F7492-D365-0249-1E81-39891900DB37}"/>
          </ac:spMkLst>
        </pc:spChg>
        <pc:spChg chg="add mod">
          <ac:chgData name="Ky" userId="5407a4ac-8bce-441f-bfcf-dce97edd8be4" providerId="ADAL" clId="{4208D341-F035-470B-9618-E879346D5E5C}" dt="2025-03-28T07:35:06.197" v="4669" actId="1076"/>
          <ac:spMkLst>
            <pc:docMk/>
            <pc:sldMk cId="1016844303" sldId="650"/>
            <ac:spMk id="10" creationId="{B0C6A667-3A92-FF76-6B69-DEE45D76F647}"/>
          </ac:spMkLst>
        </pc:spChg>
      </pc:sldChg>
      <pc:sldChg chg="del">
        <pc:chgData name="Ky" userId="5407a4ac-8bce-441f-bfcf-dce97edd8be4" providerId="ADAL" clId="{4208D341-F035-470B-9618-E879346D5E5C}" dt="2025-03-28T07:23:15.721" v="4415" actId="47"/>
        <pc:sldMkLst>
          <pc:docMk/>
          <pc:sldMk cId="4284827071" sldId="671"/>
        </pc:sldMkLst>
      </pc:sldChg>
      <pc:sldChg chg="del">
        <pc:chgData name="Ky" userId="5407a4ac-8bce-441f-bfcf-dce97edd8be4" providerId="ADAL" clId="{4208D341-F035-470B-9618-E879346D5E5C}" dt="2025-03-28T07:23:17.531" v="4416" actId="47"/>
        <pc:sldMkLst>
          <pc:docMk/>
          <pc:sldMk cId="3849309253" sldId="672"/>
        </pc:sldMkLst>
      </pc:sldChg>
      <pc:sldChg chg="del">
        <pc:chgData name="Ky" userId="5407a4ac-8bce-441f-bfcf-dce97edd8be4" providerId="ADAL" clId="{4208D341-F035-470B-9618-E879346D5E5C}" dt="2025-03-28T07:23:20.615" v="4417" actId="47"/>
        <pc:sldMkLst>
          <pc:docMk/>
          <pc:sldMk cId="2562005959" sldId="673"/>
        </pc:sldMkLst>
      </pc:sldChg>
      <pc:sldChg chg="del">
        <pc:chgData name="Ky" userId="5407a4ac-8bce-441f-bfcf-dce97edd8be4" providerId="ADAL" clId="{4208D341-F035-470B-9618-E879346D5E5C}" dt="2025-03-28T07:23:22.214" v="4418" actId="47"/>
        <pc:sldMkLst>
          <pc:docMk/>
          <pc:sldMk cId="113024044" sldId="674"/>
        </pc:sldMkLst>
      </pc:sldChg>
      <pc:sldChg chg="del">
        <pc:chgData name="Ky" userId="5407a4ac-8bce-441f-bfcf-dce97edd8be4" providerId="ADAL" clId="{4208D341-F035-470B-9618-E879346D5E5C}" dt="2025-03-28T07:23:26.508" v="4419" actId="47"/>
        <pc:sldMkLst>
          <pc:docMk/>
          <pc:sldMk cId="413418207" sldId="675"/>
        </pc:sldMkLst>
      </pc:sldChg>
      <pc:sldChg chg="del">
        <pc:chgData name="Ky" userId="5407a4ac-8bce-441f-bfcf-dce97edd8be4" providerId="ADAL" clId="{4208D341-F035-470B-9618-E879346D5E5C}" dt="2025-03-28T07:23:27.884" v="4420" actId="47"/>
        <pc:sldMkLst>
          <pc:docMk/>
          <pc:sldMk cId="286000629" sldId="676"/>
        </pc:sldMkLst>
      </pc:sldChg>
      <pc:sldChg chg="del">
        <pc:chgData name="Ky" userId="5407a4ac-8bce-441f-bfcf-dce97edd8be4" providerId="ADAL" clId="{4208D341-F035-470B-9618-E879346D5E5C}" dt="2025-03-28T07:23:30.896" v="4421" actId="47"/>
        <pc:sldMkLst>
          <pc:docMk/>
          <pc:sldMk cId="3539086168" sldId="677"/>
        </pc:sldMkLst>
      </pc:sldChg>
      <pc:sldChg chg="del">
        <pc:chgData name="Ky" userId="5407a4ac-8bce-441f-bfcf-dce97edd8be4" providerId="ADAL" clId="{4208D341-F035-470B-9618-E879346D5E5C}" dt="2025-03-28T07:23:32.771" v="4422" actId="47"/>
        <pc:sldMkLst>
          <pc:docMk/>
          <pc:sldMk cId="1139916553" sldId="678"/>
        </pc:sldMkLst>
      </pc:sldChg>
      <pc:sldChg chg="del">
        <pc:chgData name="Ky" userId="5407a4ac-8bce-441f-bfcf-dce97edd8be4" providerId="ADAL" clId="{4208D341-F035-470B-9618-E879346D5E5C}" dt="2025-03-28T07:23:34.372" v="4423" actId="47"/>
        <pc:sldMkLst>
          <pc:docMk/>
          <pc:sldMk cId="2915350534" sldId="679"/>
        </pc:sldMkLst>
      </pc:sldChg>
      <pc:sldChg chg="modSp mod">
        <pc:chgData name="Ky" userId="5407a4ac-8bce-441f-bfcf-dce97edd8be4" providerId="ADAL" clId="{4208D341-F035-470B-9618-E879346D5E5C}" dt="2025-03-19T02:43:27.062" v="3157" actId="14100"/>
        <pc:sldMkLst>
          <pc:docMk/>
          <pc:sldMk cId="471349166" sldId="682"/>
        </pc:sldMkLst>
        <pc:spChg chg="mod">
          <ac:chgData name="Ky" userId="5407a4ac-8bce-441f-bfcf-dce97edd8be4" providerId="ADAL" clId="{4208D341-F035-470B-9618-E879346D5E5C}" dt="2025-03-19T02:41:31.962" v="3089" actId="20577"/>
          <ac:spMkLst>
            <pc:docMk/>
            <pc:sldMk cId="471349166" sldId="682"/>
            <ac:spMk id="8" creationId="{F2F5385D-A424-02B6-8C33-421D3DF26CC6}"/>
          </ac:spMkLst>
        </pc:spChg>
        <pc:spChg chg="mod">
          <ac:chgData name="Ky" userId="5407a4ac-8bce-441f-bfcf-dce97edd8be4" providerId="ADAL" clId="{4208D341-F035-470B-9618-E879346D5E5C}" dt="2025-03-19T02:42:22.097" v="3107" actId="14100"/>
          <ac:spMkLst>
            <pc:docMk/>
            <pc:sldMk cId="471349166" sldId="682"/>
            <ac:spMk id="10" creationId="{663CB7C8-BF73-998C-5CDD-B9406BFA2356}"/>
          </ac:spMkLst>
        </pc:spChg>
        <pc:spChg chg="mod">
          <ac:chgData name="Ky" userId="5407a4ac-8bce-441f-bfcf-dce97edd8be4" providerId="ADAL" clId="{4208D341-F035-470B-9618-E879346D5E5C}" dt="2025-03-19T02:42:56.490" v="3132" actId="20577"/>
          <ac:spMkLst>
            <pc:docMk/>
            <pc:sldMk cId="471349166" sldId="682"/>
            <ac:spMk id="11" creationId="{076AB129-59E5-625B-EEE2-9D28DC9942CA}"/>
          </ac:spMkLst>
        </pc:spChg>
        <pc:spChg chg="mod">
          <ac:chgData name="Ky" userId="5407a4ac-8bce-441f-bfcf-dce97edd8be4" providerId="ADAL" clId="{4208D341-F035-470B-9618-E879346D5E5C}" dt="2025-03-19T02:43:27.062" v="3157" actId="14100"/>
          <ac:spMkLst>
            <pc:docMk/>
            <pc:sldMk cId="471349166" sldId="682"/>
            <ac:spMk id="12" creationId="{F051CC3D-5C80-6949-8793-D7C4AB1BC703}"/>
          </ac:spMkLst>
        </pc:spChg>
      </pc:sldChg>
      <pc:sldChg chg="modSp mod">
        <pc:chgData name="Ky" userId="5407a4ac-8bce-441f-bfcf-dce97edd8be4" providerId="ADAL" clId="{4208D341-F035-470B-9618-E879346D5E5C}" dt="2025-03-28T07:24:32.341" v="4424" actId="1076"/>
        <pc:sldMkLst>
          <pc:docMk/>
          <pc:sldMk cId="641246248" sldId="720"/>
        </pc:sldMkLst>
        <pc:spChg chg="mod">
          <ac:chgData name="Ky" userId="5407a4ac-8bce-441f-bfcf-dce97edd8be4" providerId="ADAL" clId="{4208D341-F035-470B-9618-E879346D5E5C}" dt="2025-03-28T07:24:32.341" v="4424" actId="1076"/>
          <ac:spMkLst>
            <pc:docMk/>
            <pc:sldMk cId="641246248" sldId="720"/>
            <ac:spMk id="2" creationId="{6A0E164D-DEDB-5132-0912-D2FD3153856D}"/>
          </ac:spMkLst>
        </pc:spChg>
        <pc:picChg chg="mod">
          <ac:chgData name="Ky" userId="5407a4ac-8bce-441f-bfcf-dce97edd8be4" providerId="ADAL" clId="{4208D341-F035-470B-9618-E879346D5E5C}" dt="2025-03-18T08:33:20.686" v="2479" actId="1076"/>
          <ac:picMkLst>
            <pc:docMk/>
            <pc:sldMk cId="641246248" sldId="720"/>
            <ac:picMk id="7" creationId="{590F0A91-F570-F909-8279-F893B95C9AB3}"/>
          </ac:picMkLst>
        </pc:picChg>
      </pc:sldChg>
      <pc:sldChg chg="modSp">
        <pc:chgData name="Ky" userId="5407a4ac-8bce-441f-bfcf-dce97edd8be4" providerId="ADAL" clId="{4208D341-F035-470B-9618-E879346D5E5C}" dt="2025-02-17T06:54:40.934" v="15" actId="14826"/>
        <pc:sldMkLst>
          <pc:docMk/>
          <pc:sldMk cId="2273172990" sldId="725"/>
        </pc:sldMkLst>
        <pc:picChg chg="mod">
          <ac:chgData name="Ky" userId="5407a4ac-8bce-441f-bfcf-dce97edd8be4" providerId="ADAL" clId="{4208D341-F035-470B-9618-E879346D5E5C}" dt="2025-02-17T06:54:40.934" v="15" actId="14826"/>
          <ac:picMkLst>
            <pc:docMk/>
            <pc:sldMk cId="2273172990" sldId="725"/>
            <ac:picMk id="9" creationId="{AF63F810-EA5A-3700-01C3-AA11361D4CAD}"/>
          </ac:picMkLst>
        </pc:picChg>
      </pc:sldChg>
      <pc:sldChg chg="modSp mod">
        <pc:chgData name="Ky" userId="5407a4ac-8bce-441f-bfcf-dce97edd8be4" providerId="ADAL" clId="{4208D341-F035-470B-9618-E879346D5E5C}" dt="2025-02-14T02:12:36.412" v="14" actId="108"/>
        <pc:sldMkLst>
          <pc:docMk/>
          <pc:sldMk cId="107107871" sldId="736"/>
        </pc:sldMkLst>
        <pc:picChg chg="mod">
          <ac:chgData name="Ky" userId="5407a4ac-8bce-441f-bfcf-dce97edd8be4" providerId="ADAL" clId="{4208D341-F035-470B-9618-E879346D5E5C}" dt="2025-02-13T08:56:42.397" v="8" actId="14100"/>
          <ac:picMkLst>
            <pc:docMk/>
            <pc:sldMk cId="107107871" sldId="736"/>
            <ac:picMk id="5" creationId="{A8BE0F50-C177-23F4-4340-26C33C98430D}"/>
          </ac:picMkLst>
        </pc:picChg>
        <pc:picChg chg="mod">
          <ac:chgData name="Ky" userId="5407a4ac-8bce-441f-bfcf-dce97edd8be4" providerId="ADAL" clId="{4208D341-F035-470B-9618-E879346D5E5C}" dt="2025-02-13T08:56:53.470" v="9" actId="14100"/>
          <ac:picMkLst>
            <pc:docMk/>
            <pc:sldMk cId="107107871" sldId="736"/>
            <ac:picMk id="7" creationId="{8981315A-BAD5-015D-3CDA-9812404CF733}"/>
          </ac:picMkLst>
        </pc:picChg>
        <pc:picChg chg="mod">
          <ac:chgData name="Ky" userId="5407a4ac-8bce-441f-bfcf-dce97edd8be4" providerId="ADAL" clId="{4208D341-F035-470B-9618-E879346D5E5C}" dt="2025-02-13T08:56:31.521" v="7" actId="14100"/>
          <ac:picMkLst>
            <pc:docMk/>
            <pc:sldMk cId="107107871" sldId="736"/>
            <ac:picMk id="9" creationId="{09DC1335-8F09-EEA7-9006-D8EA2496069B}"/>
          </ac:picMkLst>
        </pc:picChg>
        <pc:picChg chg="mod">
          <ac:chgData name="Ky" userId="5407a4ac-8bce-441f-bfcf-dce97edd8be4" providerId="ADAL" clId="{4208D341-F035-470B-9618-E879346D5E5C}" dt="2025-02-13T09:09:28.536" v="11" actId="1076"/>
          <ac:picMkLst>
            <pc:docMk/>
            <pc:sldMk cId="107107871" sldId="736"/>
            <ac:picMk id="11" creationId="{639DCD4F-CA6F-5AB7-9027-511BFA41ED99}"/>
          </ac:picMkLst>
        </pc:picChg>
        <pc:picChg chg="mod">
          <ac:chgData name="Ky" userId="5407a4ac-8bce-441f-bfcf-dce97edd8be4" providerId="ADAL" clId="{4208D341-F035-470B-9618-E879346D5E5C}" dt="2025-02-13T09:09:34.684" v="12" actId="1076"/>
          <ac:picMkLst>
            <pc:docMk/>
            <pc:sldMk cId="107107871" sldId="736"/>
            <ac:picMk id="13" creationId="{F3A5B533-ADAC-785A-D981-5F6EE87D190A}"/>
          </ac:picMkLst>
        </pc:picChg>
        <pc:picChg chg="mod">
          <ac:chgData name="Ky" userId="5407a4ac-8bce-441f-bfcf-dce97edd8be4" providerId="ADAL" clId="{4208D341-F035-470B-9618-E879346D5E5C}" dt="2025-02-14T02:12:32.627" v="13" actId="1076"/>
          <ac:picMkLst>
            <pc:docMk/>
            <pc:sldMk cId="107107871" sldId="736"/>
            <ac:picMk id="16" creationId="{8C67BA58-21C7-3A21-C6C8-57D4BC6FCE4F}"/>
          </ac:picMkLst>
        </pc:picChg>
        <pc:picChg chg="mod">
          <ac:chgData name="Ky" userId="5407a4ac-8bce-441f-bfcf-dce97edd8be4" providerId="ADAL" clId="{4208D341-F035-470B-9618-E879346D5E5C}" dt="2025-02-14T02:12:36.412" v="14" actId="108"/>
          <ac:picMkLst>
            <pc:docMk/>
            <pc:sldMk cId="107107871" sldId="736"/>
            <ac:picMk id="18" creationId="{BD6EF6FA-0718-764F-4B5C-43B9CE4AC666}"/>
          </ac:picMkLst>
        </pc:picChg>
      </pc:sldChg>
      <pc:sldChg chg="addSp delSp modSp new mod">
        <pc:chgData name="Ky" userId="5407a4ac-8bce-441f-bfcf-dce97edd8be4" providerId="ADAL" clId="{4208D341-F035-470B-9618-E879346D5E5C}" dt="2025-02-17T07:35:19.283" v="63" actId="14100"/>
        <pc:sldMkLst>
          <pc:docMk/>
          <pc:sldMk cId="291341286" sldId="737"/>
        </pc:sldMkLst>
        <pc:spChg chg="add mod">
          <ac:chgData name="Ky" userId="5407a4ac-8bce-441f-bfcf-dce97edd8be4" providerId="ADAL" clId="{4208D341-F035-470B-9618-E879346D5E5C}" dt="2025-02-17T07:31:21.375" v="47" actId="1076"/>
          <ac:spMkLst>
            <pc:docMk/>
            <pc:sldMk cId="291341286" sldId="737"/>
            <ac:spMk id="7" creationId="{FC97BEB6-4257-FD00-20FC-D756B47BD781}"/>
          </ac:spMkLst>
        </pc:spChg>
        <pc:spChg chg="add mod">
          <ac:chgData name="Ky" userId="5407a4ac-8bce-441f-bfcf-dce97edd8be4" providerId="ADAL" clId="{4208D341-F035-470B-9618-E879346D5E5C}" dt="2025-02-17T07:35:19.283" v="63" actId="14100"/>
          <ac:spMkLst>
            <pc:docMk/>
            <pc:sldMk cId="291341286" sldId="737"/>
            <ac:spMk id="12" creationId="{FD16BDF8-FF87-71BB-A830-64F2539C2E58}"/>
          </ac:spMkLst>
        </pc:spChg>
        <pc:spChg chg="add mod">
          <ac:chgData name="Ky" userId="5407a4ac-8bce-441f-bfcf-dce97edd8be4" providerId="ADAL" clId="{4208D341-F035-470B-9618-E879346D5E5C}" dt="2025-02-17T07:35:11.202" v="62" actId="1076"/>
          <ac:spMkLst>
            <pc:docMk/>
            <pc:sldMk cId="291341286" sldId="737"/>
            <ac:spMk id="14" creationId="{18DB4657-1475-F3FB-9A36-6F4DD85DBCD2}"/>
          </ac:spMkLst>
        </pc:spChg>
        <pc:picChg chg="add mod">
          <ac:chgData name="Ky" userId="5407a4ac-8bce-441f-bfcf-dce97edd8be4" providerId="ADAL" clId="{4208D341-F035-470B-9618-E879346D5E5C}" dt="2025-02-17T07:31:21.375" v="47" actId="1076"/>
          <ac:picMkLst>
            <pc:docMk/>
            <pc:sldMk cId="291341286" sldId="737"/>
            <ac:picMk id="4" creationId="{B2FAA0CB-6A76-9BCC-1F99-49B83C632AE1}"/>
          </ac:picMkLst>
        </pc:picChg>
        <pc:picChg chg="add mod ord">
          <ac:chgData name="Ky" userId="5407a4ac-8bce-441f-bfcf-dce97edd8be4" providerId="ADAL" clId="{4208D341-F035-470B-9618-E879346D5E5C}" dt="2025-02-17T07:30:49.931" v="45" actId="108"/>
          <ac:picMkLst>
            <pc:docMk/>
            <pc:sldMk cId="291341286" sldId="737"/>
            <ac:picMk id="11" creationId="{1EF447BA-BDED-BD95-7CDF-B669515E8D68}"/>
          </ac:picMkLst>
        </pc:picChg>
        <pc:cxnChg chg="add mod">
          <ac:chgData name="Ky" userId="5407a4ac-8bce-441f-bfcf-dce97edd8be4" providerId="ADAL" clId="{4208D341-F035-470B-9618-E879346D5E5C}" dt="2025-02-17T07:31:21.375" v="47" actId="1076"/>
          <ac:cxnSpMkLst>
            <pc:docMk/>
            <pc:sldMk cId="291341286" sldId="737"/>
            <ac:cxnSpMk id="6" creationId="{46E22F87-C1A1-11B0-2E7A-F7EB17B175D4}"/>
          </ac:cxnSpMkLst>
        </pc:cxnChg>
        <pc:cxnChg chg="add mod">
          <ac:chgData name="Ky" userId="5407a4ac-8bce-441f-bfcf-dce97edd8be4" providerId="ADAL" clId="{4208D341-F035-470B-9618-E879346D5E5C}" dt="2025-02-17T07:34:58.963" v="54" actId="1076"/>
          <ac:cxnSpMkLst>
            <pc:docMk/>
            <pc:sldMk cId="291341286" sldId="737"/>
            <ac:cxnSpMk id="13" creationId="{6B5234CB-45E1-15EA-E338-7DA5C753C73B}"/>
          </ac:cxnSpMkLst>
        </pc:cxnChg>
      </pc:sldChg>
      <pc:sldChg chg="addSp delSp modSp new mod">
        <pc:chgData name="Ky" userId="5407a4ac-8bce-441f-bfcf-dce97edd8be4" providerId="ADAL" clId="{4208D341-F035-470B-9618-E879346D5E5C}" dt="2025-02-17T08:16:04.006" v="230" actId="14100"/>
        <pc:sldMkLst>
          <pc:docMk/>
          <pc:sldMk cId="1650636263" sldId="738"/>
        </pc:sldMkLst>
        <pc:spChg chg="add mod">
          <ac:chgData name="Ky" userId="5407a4ac-8bce-441f-bfcf-dce97edd8be4" providerId="ADAL" clId="{4208D341-F035-470B-9618-E879346D5E5C}" dt="2025-02-17T07:57:08.012" v="85" actId="14100"/>
          <ac:spMkLst>
            <pc:docMk/>
            <pc:sldMk cId="1650636263" sldId="738"/>
            <ac:spMk id="8" creationId="{3E1D90F2-B0E5-4A6B-E24A-DA04F4DD9AAE}"/>
          </ac:spMkLst>
        </pc:spChg>
        <pc:spChg chg="add mod">
          <ac:chgData name="Ky" userId="5407a4ac-8bce-441f-bfcf-dce97edd8be4" providerId="ADAL" clId="{4208D341-F035-470B-9618-E879346D5E5C}" dt="2025-02-17T07:57:35.707" v="97" actId="14100"/>
          <ac:spMkLst>
            <pc:docMk/>
            <pc:sldMk cId="1650636263" sldId="738"/>
            <ac:spMk id="10" creationId="{A26D7486-87C2-B254-8DA8-E1C5B3E1BFB7}"/>
          </ac:spMkLst>
        </pc:spChg>
        <pc:spChg chg="add mod ord">
          <ac:chgData name="Ky" userId="5407a4ac-8bce-441f-bfcf-dce97edd8be4" providerId="ADAL" clId="{4208D341-F035-470B-9618-E879346D5E5C}" dt="2025-02-17T08:15:09.852" v="193" actId="166"/>
          <ac:spMkLst>
            <pc:docMk/>
            <pc:sldMk cId="1650636263" sldId="738"/>
            <ac:spMk id="15" creationId="{C1B04998-8548-1276-F333-297409E07E35}"/>
          </ac:spMkLst>
        </pc:spChg>
        <pc:spChg chg="add mod">
          <ac:chgData name="Ky" userId="5407a4ac-8bce-441f-bfcf-dce97edd8be4" providerId="ADAL" clId="{4208D341-F035-470B-9618-E879346D5E5C}" dt="2025-02-17T08:15:55.075" v="229" actId="1036"/>
          <ac:spMkLst>
            <pc:docMk/>
            <pc:sldMk cId="1650636263" sldId="738"/>
            <ac:spMk id="20" creationId="{A2E46A04-55B2-BB5F-7A9F-5877518F397F}"/>
          </ac:spMkLst>
        </pc:spChg>
        <pc:picChg chg="add mod ord">
          <ac:chgData name="Ky" userId="5407a4ac-8bce-441f-bfcf-dce97edd8be4" providerId="ADAL" clId="{4208D341-F035-470B-9618-E879346D5E5C}" dt="2025-02-17T08:03:01.325" v="103" actId="14826"/>
          <ac:picMkLst>
            <pc:docMk/>
            <pc:sldMk cId="1650636263" sldId="738"/>
            <ac:picMk id="5" creationId="{7F48CB81-BEF4-3051-0EEB-F900A54F160F}"/>
          </ac:picMkLst>
        </pc:picChg>
        <pc:picChg chg="add mod">
          <ac:chgData name="Ky" userId="5407a4ac-8bce-441f-bfcf-dce97edd8be4" providerId="ADAL" clId="{4208D341-F035-470B-9618-E879346D5E5C}" dt="2025-02-17T07:56:02.206" v="81" actId="108"/>
          <ac:picMkLst>
            <pc:docMk/>
            <pc:sldMk cId="1650636263" sldId="738"/>
            <ac:picMk id="7" creationId="{065F6C55-8770-0C9C-3F2B-4F661F463F2D}"/>
          </ac:picMkLst>
        </pc:picChg>
        <pc:picChg chg="add mod modCrop">
          <ac:chgData name="Ky" userId="5407a4ac-8bce-441f-bfcf-dce97edd8be4" providerId="ADAL" clId="{4208D341-F035-470B-9618-E879346D5E5C}" dt="2025-02-17T08:15:55.075" v="229" actId="1036"/>
          <ac:picMkLst>
            <pc:docMk/>
            <pc:sldMk cId="1650636263" sldId="738"/>
            <ac:picMk id="14" creationId="{94865089-6453-BC34-68FA-23CE826ECB91}"/>
          </ac:picMkLst>
        </pc:picChg>
        <pc:cxnChg chg="add mod">
          <ac:chgData name="Ky" userId="5407a4ac-8bce-441f-bfcf-dce97edd8be4" providerId="ADAL" clId="{4208D341-F035-470B-9618-E879346D5E5C}" dt="2025-02-17T07:57:55.039" v="101" actId="1076"/>
          <ac:cxnSpMkLst>
            <pc:docMk/>
            <pc:sldMk cId="1650636263" sldId="738"/>
            <ac:cxnSpMk id="9" creationId="{DFAB010D-9264-E845-8800-006AF806A52D}"/>
          </ac:cxnSpMkLst>
        </pc:cxnChg>
        <pc:cxnChg chg="add mod">
          <ac:chgData name="Ky" userId="5407a4ac-8bce-441f-bfcf-dce97edd8be4" providerId="ADAL" clId="{4208D341-F035-470B-9618-E879346D5E5C}" dt="2025-02-17T08:16:04.006" v="230" actId="14100"/>
          <ac:cxnSpMkLst>
            <pc:docMk/>
            <pc:sldMk cId="1650636263" sldId="738"/>
            <ac:cxnSpMk id="34" creationId="{918C3449-9BC6-6EBF-3617-6DF99DA74E23}"/>
          </ac:cxnSpMkLst>
        </pc:cxnChg>
      </pc:sldChg>
      <pc:sldChg chg="delSp modSp add mod">
        <pc:chgData name="Ky" userId="5407a4ac-8bce-441f-bfcf-dce97edd8be4" providerId="ADAL" clId="{4208D341-F035-470B-9618-E879346D5E5C}" dt="2025-02-26T07:34:59.367" v="579" actId="14100"/>
        <pc:sldMkLst>
          <pc:docMk/>
          <pc:sldMk cId="3816234871" sldId="739"/>
        </pc:sldMkLst>
        <pc:spChg chg="mod">
          <ac:chgData name="Ky" userId="5407a4ac-8bce-441f-bfcf-dce97edd8be4" providerId="ADAL" clId="{4208D341-F035-470B-9618-E879346D5E5C}" dt="2025-02-26T07:34:59.367" v="579" actId="14100"/>
          <ac:spMkLst>
            <pc:docMk/>
            <pc:sldMk cId="3816234871" sldId="739"/>
            <ac:spMk id="4" creationId="{A1614104-7E00-D991-0762-4EB2F036B872}"/>
          </ac:spMkLst>
        </pc:spChg>
        <pc:picChg chg="mod">
          <ac:chgData name="Ky" userId="5407a4ac-8bce-441f-bfcf-dce97edd8be4" providerId="ADAL" clId="{4208D341-F035-470B-9618-E879346D5E5C}" dt="2025-02-26T07:34:45.389" v="574" actId="1076"/>
          <ac:picMkLst>
            <pc:docMk/>
            <pc:sldMk cId="3816234871" sldId="739"/>
            <ac:picMk id="3" creationId="{A8678F47-4CEA-2601-F941-BBE2AD9D8F4C}"/>
          </ac:picMkLst>
        </pc:picChg>
      </pc:sldChg>
      <pc:sldChg chg="addSp delSp modSp add mod">
        <pc:chgData name="Ky" userId="5407a4ac-8bce-441f-bfcf-dce97edd8be4" providerId="ADAL" clId="{4208D341-F035-470B-9618-E879346D5E5C}" dt="2025-02-26T07:57:39.549" v="599" actId="108"/>
        <pc:sldMkLst>
          <pc:docMk/>
          <pc:sldMk cId="3962607069" sldId="740"/>
        </pc:sldMkLst>
        <pc:spChg chg="mod">
          <ac:chgData name="Ky" userId="5407a4ac-8bce-441f-bfcf-dce97edd8be4" providerId="ADAL" clId="{4208D341-F035-470B-9618-E879346D5E5C}" dt="2025-02-26T07:45:07.186" v="596" actId="14100"/>
          <ac:spMkLst>
            <pc:docMk/>
            <pc:sldMk cId="3962607069" sldId="740"/>
            <ac:spMk id="4" creationId="{7669F999-0DC2-AA96-5459-8F3FB786DB36}"/>
          </ac:spMkLst>
        </pc:spChg>
        <pc:picChg chg="add mod ord">
          <ac:chgData name="Ky" userId="5407a4ac-8bce-441f-bfcf-dce97edd8be4" providerId="ADAL" clId="{4208D341-F035-470B-9618-E879346D5E5C}" dt="2025-02-26T07:57:39.549" v="599" actId="108"/>
          <ac:picMkLst>
            <pc:docMk/>
            <pc:sldMk cId="3962607069" sldId="740"/>
            <ac:picMk id="5" creationId="{A3CF8D8D-8E6B-6573-7842-7353419ABDDD}"/>
          </ac:picMkLst>
        </pc:picChg>
      </pc:sldChg>
      <pc:sldChg chg="addSp delSp modSp add mod">
        <pc:chgData name="Ky" userId="5407a4ac-8bce-441f-bfcf-dce97edd8be4" providerId="ADAL" clId="{4208D341-F035-470B-9618-E879346D5E5C}" dt="2025-02-26T08:06:52.300" v="653" actId="14100"/>
        <pc:sldMkLst>
          <pc:docMk/>
          <pc:sldMk cId="1761223509" sldId="741"/>
        </pc:sldMkLst>
        <pc:spChg chg="add mod">
          <ac:chgData name="Ky" userId="5407a4ac-8bce-441f-bfcf-dce97edd8be4" providerId="ADAL" clId="{4208D341-F035-470B-9618-E879346D5E5C}" dt="2025-02-26T08:03:40.172" v="619" actId="1076"/>
          <ac:spMkLst>
            <pc:docMk/>
            <pc:sldMk cId="1761223509" sldId="741"/>
            <ac:spMk id="8" creationId="{80AD64AD-7E7B-C5C0-95EE-ECBF8E9E3D58}"/>
          </ac:spMkLst>
        </pc:spChg>
        <pc:spChg chg="add mod">
          <ac:chgData name="Ky" userId="5407a4ac-8bce-441f-bfcf-dce97edd8be4" providerId="ADAL" clId="{4208D341-F035-470B-9618-E879346D5E5C}" dt="2025-02-26T08:04:21.484" v="629" actId="20577"/>
          <ac:spMkLst>
            <pc:docMk/>
            <pc:sldMk cId="1761223509" sldId="741"/>
            <ac:spMk id="11" creationId="{711868AB-3710-F0B4-ADED-2DFC7BC8375F}"/>
          </ac:spMkLst>
        </pc:spChg>
        <pc:spChg chg="add mod">
          <ac:chgData name="Ky" userId="5407a4ac-8bce-441f-bfcf-dce97edd8be4" providerId="ADAL" clId="{4208D341-F035-470B-9618-E879346D5E5C}" dt="2025-02-26T08:05:13.636" v="639" actId="20577"/>
          <ac:spMkLst>
            <pc:docMk/>
            <pc:sldMk cId="1761223509" sldId="741"/>
            <ac:spMk id="14" creationId="{469C01EA-3C79-42DC-D2FE-69DD98E27F10}"/>
          </ac:spMkLst>
        </pc:spChg>
        <pc:spChg chg="add mod">
          <ac:chgData name="Ky" userId="5407a4ac-8bce-441f-bfcf-dce97edd8be4" providerId="ADAL" clId="{4208D341-F035-470B-9618-E879346D5E5C}" dt="2025-02-26T08:06:52.300" v="653" actId="14100"/>
          <ac:spMkLst>
            <pc:docMk/>
            <pc:sldMk cId="1761223509" sldId="741"/>
            <ac:spMk id="15" creationId="{2122101B-D2FE-A471-2E5C-4001BC13A124}"/>
          </ac:spMkLst>
        </pc:spChg>
        <pc:spChg chg="add mod">
          <ac:chgData name="Ky" userId="5407a4ac-8bce-441f-bfcf-dce97edd8be4" providerId="ADAL" clId="{4208D341-F035-470B-9618-E879346D5E5C}" dt="2025-02-26T08:06:26.702" v="647" actId="14100"/>
          <ac:spMkLst>
            <pc:docMk/>
            <pc:sldMk cId="1761223509" sldId="741"/>
            <ac:spMk id="18" creationId="{852493CB-2328-FD89-A557-9F548050E396}"/>
          </ac:spMkLst>
        </pc:spChg>
        <pc:picChg chg="add mod">
          <ac:chgData name="Ky" userId="5407a4ac-8bce-441f-bfcf-dce97edd8be4" providerId="ADAL" clId="{4208D341-F035-470B-9618-E879346D5E5C}" dt="2025-02-26T07:58:23.143" v="608" actId="108"/>
          <ac:picMkLst>
            <pc:docMk/>
            <pc:sldMk cId="1761223509" sldId="741"/>
            <ac:picMk id="3" creationId="{128E559C-7981-E632-726F-4D75BC8DF74A}"/>
          </ac:picMkLst>
        </pc:picChg>
        <pc:picChg chg="add mod">
          <ac:chgData name="Ky" userId="5407a4ac-8bce-441f-bfcf-dce97edd8be4" providerId="ADAL" clId="{4208D341-F035-470B-9618-E879346D5E5C}" dt="2025-02-26T08:03:15.155" v="618" actId="1076"/>
          <ac:picMkLst>
            <pc:docMk/>
            <pc:sldMk cId="1761223509" sldId="741"/>
            <ac:picMk id="7" creationId="{0808E440-ED7D-28B3-144C-C0C004F7DF07}"/>
          </ac:picMkLst>
        </pc:picChg>
        <pc:picChg chg="add mod">
          <ac:chgData name="Ky" userId="5407a4ac-8bce-441f-bfcf-dce97edd8be4" providerId="ADAL" clId="{4208D341-F035-470B-9618-E879346D5E5C}" dt="2025-02-26T08:04:05.261" v="625" actId="108"/>
          <ac:picMkLst>
            <pc:docMk/>
            <pc:sldMk cId="1761223509" sldId="741"/>
            <ac:picMk id="10" creationId="{0FE98164-73F2-2091-9467-7F241F6A0489}"/>
          </ac:picMkLst>
        </pc:picChg>
        <pc:picChg chg="add mod">
          <ac:chgData name="Ky" userId="5407a4ac-8bce-441f-bfcf-dce97edd8be4" providerId="ADAL" clId="{4208D341-F035-470B-9618-E879346D5E5C}" dt="2025-02-26T08:05:04.277" v="635" actId="108"/>
          <ac:picMkLst>
            <pc:docMk/>
            <pc:sldMk cId="1761223509" sldId="741"/>
            <ac:picMk id="13" creationId="{DCB7D2FE-2A46-2967-8756-595B14C0ACA4}"/>
          </ac:picMkLst>
        </pc:picChg>
        <pc:cxnChg chg="add mod ord">
          <ac:chgData name="Ky" userId="5407a4ac-8bce-441f-bfcf-dce97edd8be4" providerId="ADAL" clId="{4208D341-F035-470B-9618-E879346D5E5C}" dt="2025-02-26T08:06:33.971" v="649" actId="166"/>
          <ac:cxnSpMkLst>
            <pc:docMk/>
            <pc:sldMk cId="1761223509" sldId="741"/>
            <ac:cxnSpMk id="16" creationId="{0EA79D65-E802-B3E1-81F0-3C9F9DC798EC}"/>
          </ac:cxnSpMkLst>
        </pc:cxnChg>
      </pc:sldChg>
      <pc:sldChg chg="addSp delSp modSp add del mod">
        <pc:chgData name="Ky" userId="5407a4ac-8bce-441f-bfcf-dce97edd8be4" providerId="ADAL" clId="{4208D341-F035-470B-9618-E879346D5E5C}" dt="2025-03-28T07:20:12.876" v="4400" actId="2696"/>
        <pc:sldMkLst>
          <pc:docMk/>
          <pc:sldMk cId="3441445604" sldId="742"/>
        </pc:sldMkLst>
      </pc:sldChg>
      <pc:sldChg chg="addSp delSp modSp add mod">
        <pc:chgData name="Ky" userId="5407a4ac-8bce-441f-bfcf-dce97edd8be4" providerId="ADAL" clId="{4208D341-F035-470B-9618-E879346D5E5C}" dt="2025-02-26T09:54:20.747" v="766" actId="1076"/>
        <pc:sldMkLst>
          <pc:docMk/>
          <pc:sldMk cId="3032869733" sldId="743"/>
        </pc:sldMkLst>
        <pc:spChg chg="add mod">
          <ac:chgData name="Ky" userId="5407a4ac-8bce-441f-bfcf-dce97edd8be4" providerId="ADAL" clId="{4208D341-F035-470B-9618-E879346D5E5C}" dt="2025-02-26T08:51:40.855" v="695" actId="1076"/>
          <ac:spMkLst>
            <pc:docMk/>
            <pc:sldMk cId="3032869733" sldId="743"/>
            <ac:spMk id="4" creationId="{8E5F818A-49D7-A5AF-05A5-E72F39B5E84A}"/>
          </ac:spMkLst>
        </pc:spChg>
        <pc:spChg chg="add mod">
          <ac:chgData name="Ky" userId="5407a4ac-8bce-441f-bfcf-dce97edd8be4" providerId="ADAL" clId="{4208D341-F035-470B-9618-E879346D5E5C}" dt="2025-02-26T09:53:51.024" v="765" actId="14100"/>
          <ac:spMkLst>
            <pc:docMk/>
            <pc:sldMk cId="3032869733" sldId="743"/>
            <ac:spMk id="6" creationId="{7CEAC24E-73BA-EA26-86A7-88ABFE7507C9}"/>
          </ac:spMkLst>
        </pc:spChg>
        <pc:spChg chg="add mod">
          <ac:chgData name="Ky" userId="5407a4ac-8bce-441f-bfcf-dce97edd8be4" providerId="ADAL" clId="{4208D341-F035-470B-9618-E879346D5E5C}" dt="2025-02-26T09:53:33.983" v="762" actId="1076"/>
          <ac:spMkLst>
            <pc:docMk/>
            <pc:sldMk cId="3032869733" sldId="743"/>
            <ac:spMk id="17" creationId="{0E3B8DCA-C6B9-5061-246B-72CFC0EAA2D1}"/>
          </ac:spMkLst>
        </pc:spChg>
        <pc:spChg chg="add mod">
          <ac:chgData name="Ky" userId="5407a4ac-8bce-441f-bfcf-dce97edd8be4" providerId="ADAL" clId="{4208D341-F035-470B-9618-E879346D5E5C}" dt="2025-02-26T09:54:20.747" v="766" actId="1076"/>
          <ac:spMkLst>
            <pc:docMk/>
            <pc:sldMk cId="3032869733" sldId="743"/>
            <ac:spMk id="19" creationId="{5B354125-FF26-7399-D9D9-D97EA868EC7D}"/>
          </ac:spMkLst>
        </pc:spChg>
        <pc:picChg chg="add mod">
          <ac:chgData name="Ky" userId="5407a4ac-8bce-441f-bfcf-dce97edd8be4" providerId="ADAL" clId="{4208D341-F035-470B-9618-E879346D5E5C}" dt="2025-02-26T09:52:52.091" v="757" actId="14826"/>
          <ac:picMkLst>
            <pc:docMk/>
            <pc:sldMk cId="3032869733" sldId="743"/>
            <ac:picMk id="3" creationId="{140C28F4-1980-FF4A-6166-0A6ECF0FE65D}"/>
          </ac:picMkLst>
        </pc:picChg>
        <pc:cxnChg chg="add mod">
          <ac:chgData name="Ky" userId="5407a4ac-8bce-441f-bfcf-dce97edd8be4" providerId="ADAL" clId="{4208D341-F035-470B-9618-E879346D5E5C}" dt="2025-02-26T09:53:41.261" v="764" actId="1076"/>
          <ac:cxnSpMkLst>
            <pc:docMk/>
            <pc:sldMk cId="3032869733" sldId="743"/>
            <ac:cxnSpMk id="5" creationId="{423DA03C-F88D-1D7D-0CAE-2BD6774E6EC5}"/>
          </ac:cxnSpMkLst>
        </pc:cxnChg>
        <pc:cxnChg chg="add mod">
          <ac:chgData name="Ky" userId="5407a4ac-8bce-441f-bfcf-dce97edd8be4" providerId="ADAL" clId="{4208D341-F035-470B-9618-E879346D5E5C}" dt="2025-02-26T09:53:18.586" v="761" actId="1076"/>
          <ac:cxnSpMkLst>
            <pc:docMk/>
            <pc:sldMk cId="3032869733" sldId="743"/>
            <ac:cxnSpMk id="14" creationId="{7F3B5C7D-C591-A0EA-F645-8A82B9A51DEA}"/>
          </ac:cxnSpMkLst>
        </pc:cxnChg>
        <pc:cxnChg chg="add mod">
          <ac:chgData name="Ky" userId="5407a4ac-8bce-441f-bfcf-dce97edd8be4" providerId="ADAL" clId="{4208D341-F035-470B-9618-E879346D5E5C}" dt="2025-02-26T09:53:18.586" v="761" actId="1076"/>
          <ac:cxnSpMkLst>
            <pc:docMk/>
            <pc:sldMk cId="3032869733" sldId="743"/>
            <ac:cxnSpMk id="16" creationId="{AF9C544D-10BB-48C6-8BE5-E9C2CEBE2FB2}"/>
          </ac:cxnSpMkLst>
        </pc:cxnChg>
      </pc:sldChg>
      <pc:sldChg chg="addSp delSp modSp add mod">
        <pc:chgData name="Ky" userId="5407a4ac-8bce-441f-bfcf-dce97edd8be4" providerId="ADAL" clId="{4208D341-F035-470B-9618-E879346D5E5C}" dt="2025-02-26T09:14:59.911" v="719" actId="108"/>
        <pc:sldMkLst>
          <pc:docMk/>
          <pc:sldMk cId="1118158371" sldId="744"/>
        </pc:sldMkLst>
        <pc:spChg chg="mod">
          <ac:chgData name="Ky" userId="5407a4ac-8bce-441f-bfcf-dce97edd8be4" providerId="ADAL" clId="{4208D341-F035-470B-9618-E879346D5E5C}" dt="2025-02-26T09:14:28.463" v="717" actId="14100"/>
          <ac:spMkLst>
            <pc:docMk/>
            <pc:sldMk cId="1118158371" sldId="744"/>
            <ac:spMk id="4" creationId="{E5A0985B-14BF-BAC0-B7F1-37A6A215FE0E}"/>
          </ac:spMkLst>
        </pc:spChg>
        <pc:picChg chg="add mod ord modCrop">
          <ac:chgData name="Ky" userId="5407a4ac-8bce-441f-bfcf-dce97edd8be4" providerId="ADAL" clId="{4208D341-F035-470B-9618-E879346D5E5C}" dt="2025-02-26T09:14:59.911" v="719" actId="108"/>
          <ac:picMkLst>
            <pc:docMk/>
            <pc:sldMk cId="1118158371" sldId="744"/>
            <ac:picMk id="7" creationId="{E4616899-3482-920C-A28F-FA9429B2CC47}"/>
          </ac:picMkLst>
        </pc:picChg>
        <pc:cxnChg chg="add del mod">
          <ac:chgData name="Ky" userId="5407a4ac-8bce-441f-bfcf-dce97edd8be4" providerId="ADAL" clId="{4208D341-F035-470B-9618-E879346D5E5C}" dt="2025-02-26T09:14:36.017" v="718" actId="1076"/>
          <ac:cxnSpMkLst>
            <pc:docMk/>
            <pc:sldMk cId="1118158371" sldId="744"/>
            <ac:cxnSpMk id="5" creationId="{6D0460D3-427E-C2ED-6F89-4F5F16FF72A4}"/>
          </ac:cxnSpMkLst>
        </pc:cxnChg>
      </pc:sldChg>
      <pc:sldChg chg="addSp delSp modSp add mod">
        <pc:chgData name="Ky" userId="5407a4ac-8bce-441f-bfcf-dce97edd8be4" providerId="ADAL" clId="{4208D341-F035-470B-9618-E879346D5E5C}" dt="2025-02-26T10:07:48.871" v="775" actId="108"/>
        <pc:sldMkLst>
          <pc:docMk/>
          <pc:sldMk cId="3045827830" sldId="745"/>
        </pc:sldMkLst>
        <pc:picChg chg="add mod">
          <ac:chgData name="Ky" userId="5407a4ac-8bce-441f-bfcf-dce97edd8be4" providerId="ADAL" clId="{4208D341-F035-470B-9618-E879346D5E5C}" dt="2025-02-26T10:07:48.871" v="775" actId="108"/>
          <ac:picMkLst>
            <pc:docMk/>
            <pc:sldMk cId="3045827830" sldId="745"/>
            <ac:picMk id="3" creationId="{D7932678-A004-228C-EF0E-2910AFBD4C3F}"/>
          </ac:picMkLst>
        </pc:picChg>
      </pc:sldChg>
      <pc:sldChg chg="addSp delSp modSp add mod">
        <pc:chgData name="Ky" userId="5407a4ac-8bce-441f-bfcf-dce97edd8be4" providerId="ADAL" clId="{4208D341-F035-470B-9618-E879346D5E5C}" dt="2025-02-27T09:55:47.244" v="850" actId="1076"/>
        <pc:sldMkLst>
          <pc:docMk/>
          <pc:sldMk cId="1444164846" sldId="747"/>
        </pc:sldMkLst>
        <pc:spChg chg="add mod">
          <ac:chgData name="Ky" userId="5407a4ac-8bce-441f-bfcf-dce97edd8be4" providerId="ADAL" clId="{4208D341-F035-470B-9618-E879346D5E5C}" dt="2025-02-27T09:55:42.325" v="849" actId="1076"/>
          <ac:spMkLst>
            <pc:docMk/>
            <pc:sldMk cId="1444164846" sldId="747"/>
            <ac:spMk id="5" creationId="{40B181C0-76C8-2FC0-3A07-A054988AA082}"/>
          </ac:spMkLst>
        </pc:spChg>
        <pc:spChg chg="mod">
          <ac:chgData name="Ky" userId="5407a4ac-8bce-441f-bfcf-dce97edd8be4" providerId="ADAL" clId="{4208D341-F035-470B-9618-E879346D5E5C}" dt="2025-02-27T09:40:05.090" v="824" actId="1076"/>
          <ac:spMkLst>
            <pc:docMk/>
            <pc:sldMk cId="1444164846" sldId="747"/>
            <ac:spMk id="9" creationId="{4D8D3928-E609-5D45-5BE3-C143B4A70E52}"/>
          </ac:spMkLst>
        </pc:spChg>
        <pc:spChg chg="mod">
          <ac:chgData name="Ky" userId="5407a4ac-8bce-441f-bfcf-dce97edd8be4" providerId="ADAL" clId="{4208D341-F035-470B-9618-E879346D5E5C}" dt="2025-02-27T09:40:20.943" v="826" actId="1076"/>
          <ac:spMkLst>
            <pc:docMk/>
            <pc:sldMk cId="1444164846" sldId="747"/>
            <ac:spMk id="14" creationId="{C3601F8D-41B6-252D-3B83-18A0D1B4C1ED}"/>
          </ac:spMkLst>
        </pc:spChg>
        <pc:spChg chg="mod">
          <ac:chgData name="Ky" userId="5407a4ac-8bce-441f-bfcf-dce97edd8be4" providerId="ADAL" clId="{4208D341-F035-470B-9618-E879346D5E5C}" dt="2025-02-27T09:41:28.444" v="831" actId="14100"/>
          <ac:spMkLst>
            <pc:docMk/>
            <pc:sldMk cId="1444164846" sldId="747"/>
            <ac:spMk id="18" creationId="{5D0C2D92-701D-0B66-ACB9-C50553D9979D}"/>
          </ac:spMkLst>
        </pc:spChg>
        <pc:spChg chg="mod">
          <ac:chgData name="Ky" userId="5407a4ac-8bce-441f-bfcf-dce97edd8be4" providerId="ADAL" clId="{4208D341-F035-470B-9618-E879346D5E5C}" dt="2025-02-27T09:40:10.013" v="825" actId="1076"/>
          <ac:spMkLst>
            <pc:docMk/>
            <pc:sldMk cId="1444164846" sldId="747"/>
            <ac:spMk id="21" creationId="{A5B06CD0-D7CE-633B-B9CD-9BF41CFC720E}"/>
          </ac:spMkLst>
        </pc:spChg>
        <pc:spChg chg="mod ord">
          <ac:chgData name="Ky" userId="5407a4ac-8bce-441f-bfcf-dce97edd8be4" providerId="ADAL" clId="{4208D341-F035-470B-9618-E879346D5E5C}" dt="2025-02-27T09:46:12.491" v="837" actId="166"/>
          <ac:spMkLst>
            <pc:docMk/>
            <pc:sldMk cId="1444164846" sldId="747"/>
            <ac:spMk id="35" creationId="{9D79EB46-45F5-2E0B-415B-84823AD0B958}"/>
          </ac:spMkLst>
        </pc:spChg>
        <pc:spChg chg="mod">
          <ac:chgData name="Ky" userId="5407a4ac-8bce-441f-bfcf-dce97edd8be4" providerId="ADAL" clId="{4208D341-F035-470B-9618-E879346D5E5C}" dt="2025-02-27T09:46:03.122" v="835" actId="14100"/>
          <ac:spMkLst>
            <pc:docMk/>
            <pc:sldMk cId="1444164846" sldId="747"/>
            <ac:spMk id="36" creationId="{775D52D1-7910-12DF-A33A-022C9872E584}"/>
          </ac:spMkLst>
        </pc:spChg>
        <pc:picChg chg="mod">
          <ac:chgData name="Ky" userId="5407a4ac-8bce-441f-bfcf-dce97edd8be4" providerId="ADAL" clId="{4208D341-F035-470B-9618-E879346D5E5C}" dt="2025-02-27T09:39:57.983" v="823" actId="14826"/>
          <ac:picMkLst>
            <pc:docMk/>
            <pc:sldMk cId="1444164846" sldId="747"/>
            <ac:picMk id="3" creationId="{1912FE54-C8D1-C090-0F19-A74EC2F06EC7}"/>
          </ac:picMkLst>
        </pc:picChg>
        <pc:picChg chg="mod">
          <ac:chgData name="Ky" userId="5407a4ac-8bce-441f-bfcf-dce97edd8be4" providerId="ADAL" clId="{4208D341-F035-470B-9618-E879346D5E5C}" dt="2025-02-27T09:41:09.153" v="827" actId="14826"/>
          <ac:picMkLst>
            <pc:docMk/>
            <pc:sldMk cId="1444164846" sldId="747"/>
            <ac:picMk id="10" creationId="{5AE711E6-BE73-A55B-AAAF-52DCC02FE9A3}"/>
          </ac:picMkLst>
        </pc:picChg>
        <pc:picChg chg="mod">
          <ac:chgData name="Ky" userId="5407a4ac-8bce-441f-bfcf-dce97edd8be4" providerId="ADAL" clId="{4208D341-F035-470B-9618-E879346D5E5C}" dt="2025-02-27T09:55:28.877" v="848" actId="14826"/>
          <ac:picMkLst>
            <pc:docMk/>
            <pc:sldMk cId="1444164846" sldId="747"/>
            <ac:picMk id="32" creationId="{A8807F88-973A-FE88-471C-3208E69BDBFD}"/>
          </ac:picMkLst>
        </pc:picChg>
        <pc:cxnChg chg="add mod">
          <ac:chgData name="Ky" userId="5407a4ac-8bce-441f-bfcf-dce97edd8be4" providerId="ADAL" clId="{4208D341-F035-470B-9618-E879346D5E5C}" dt="2025-02-27T09:55:47.244" v="850" actId="1076"/>
          <ac:cxnSpMkLst>
            <pc:docMk/>
            <pc:sldMk cId="1444164846" sldId="747"/>
            <ac:cxnSpMk id="6" creationId="{59CCBCCC-8228-A18B-B284-2FC7A5C1F9D0}"/>
          </ac:cxnSpMkLst>
        </pc:cxnChg>
        <pc:cxnChg chg="mod">
          <ac:chgData name="Ky" userId="5407a4ac-8bce-441f-bfcf-dce97edd8be4" providerId="ADAL" clId="{4208D341-F035-470B-9618-E879346D5E5C}" dt="2025-02-27T09:41:31.802" v="832" actId="14100"/>
          <ac:cxnSpMkLst>
            <pc:docMk/>
            <pc:sldMk cId="1444164846" sldId="747"/>
            <ac:cxnSpMk id="24" creationId="{36447DA4-BDE9-C506-FAFC-9C16CFAC2779}"/>
          </ac:cxnSpMkLst>
        </pc:cxnChg>
        <pc:cxnChg chg="mod ord">
          <ac:chgData name="Ky" userId="5407a4ac-8bce-441f-bfcf-dce97edd8be4" providerId="ADAL" clId="{4208D341-F035-470B-9618-E879346D5E5C}" dt="2025-02-27T09:46:09.659" v="836" actId="166"/>
          <ac:cxnSpMkLst>
            <pc:docMk/>
            <pc:sldMk cId="1444164846" sldId="747"/>
            <ac:cxnSpMk id="34" creationId="{83E7C3E4-E7EA-1712-8722-C7D4FA83C9D4}"/>
          </ac:cxnSpMkLst>
        </pc:cxnChg>
      </pc:sldChg>
      <pc:sldChg chg="delSp modSp add del mod">
        <pc:chgData name="Ky" userId="5407a4ac-8bce-441f-bfcf-dce97edd8be4" providerId="ADAL" clId="{4208D341-F035-470B-9618-E879346D5E5C}" dt="2025-02-28T06:45:10.822" v="938" actId="47"/>
        <pc:sldMkLst>
          <pc:docMk/>
          <pc:sldMk cId="3451536902" sldId="748"/>
        </pc:sldMkLst>
      </pc:sldChg>
      <pc:sldChg chg="addSp delSp modSp add del mod ord">
        <pc:chgData name="Ky" userId="5407a4ac-8bce-441f-bfcf-dce97edd8be4" providerId="ADAL" clId="{4208D341-F035-470B-9618-E879346D5E5C}" dt="2025-02-27T10:33:35.532" v="860" actId="47"/>
        <pc:sldMkLst>
          <pc:docMk/>
          <pc:sldMk cId="3599619118" sldId="749"/>
        </pc:sldMkLst>
      </pc:sldChg>
      <pc:sldChg chg="delSp modSp add mod">
        <pc:chgData name="Ky" userId="5407a4ac-8bce-441f-bfcf-dce97edd8be4" providerId="ADAL" clId="{4208D341-F035-470B-9618-E879346D5E5C}" dt="2025-02-27T10:37:06.186" v="867" actId="14100"/>
        <pc:sldMkLst>
          <pc:docMk/>
          <pc:sldMk cId="3980314112" sldId="750"/>
        </pc:sldMkLst>
        <pc:spChg chg="mod">
          <ac:chgData name="Ky" userId="5407a4ac-8bce-441f-bfcf-dce97edd8be4" providerId="ADAL" clId="{4208D341-F035-470B-9618-E879346D5E5C}" dt="2025-02-27T10:37:06.186" v="867" actId="14100"/>
          <ac:spMkLst>
            <pc:docMk/>
            <pc:sldMk cId="3980314112" sldId="750"/>
            <ac:spMk id="15" creationId="{9C095A08-A58A-862B-3CD2-E41C4C2BD034}"/>
          </ac:spMkLst>
        </pc:spChg>
        <pc:picChg chg="mod">
          <ac:chgData name="Ky" userId="5407a4ac-8bce-441f-bfcf-dce97edd8be4" providerId="ADAL" clId="{4208D341-F035-470B-9618-E879346D5E5C}" dt="2025-02-27T10:34:57.965" v="861" actId="14826"/>
          <ac:picMkLst>
            <pc:docMk/>
            <pc:sldMk cId="3980314112" sldId="750"/>
            <ac:picMk id="7" creationId="{E589CCE4-9A13-F4C7-7913-F5054A8FFEBB}"/>
          </ac:picMkLst>
        </pc:picChg>
        <pc:picChg chg="mod">
          <ac:chgData name="Ky" userId="5407a4ac-8bce-441f-bfcf-dce97edd8be4" providerId="ADAL" clId="{4208D341-F035-470B-9618-E879346D5E5C}" dt="2025-02-27T10:36:47.051" v="862" actId="14826"/>
          <ac:picMkLst>
            <pc:docMk/>
            <pc:sldMk cId="3980314112" sldId="750"/>
            <ac:picMk id="13" creationId="{6B3EAFEF-C22B-8861-E35E-35A7D43D4376}"/>
          </ac:picMkLst>
        </pc:picChg>
      </pc:sldChg>
      <pc:sldChg chg="addSp delSp modSp add mod">
        <pc:chgData name="Ky" userId="5407a4ac-8bce-441f-bfcf-dce97edd8be4" providerId="ADAL" clId="{4208D341-F035-470B-9618-E879346D5E5C}" dt="2025-02-28T03:27:58.891" v="890" actId="108"/>
        <pc:sldMkLst>
          <pc:docMk/>
          <pc:sldMk cId="1641023272" sldId="751"/>
        </pc:sldMkLst>
        <pc:spChg chg="add mod">
          <ac:chgData name="Ky" userId="5407a4ac-8bce-441f-bfcf-dce97edd8be4" providerId="ADAL" clId="{4208D341-F035-470B-9618-E879346D5E5C}" dt="2025-02-28T03:27:35.389" v="887" actId="14100"/>
          <ac:spMkLst>
            <pc:docMk/>
            <pc:sldMk cId="1641023272" sldId="751"/>
            <ac:spMk id="5" creationId="{03456745-5831-575B-FC88-8CA9CCFFEA43}"/>
          </ac:spMkLst>
        </pc:spChg>
        <pc:picChg chg="add mod modCrop">
          <ac:chgData name="Ky" userId="5407a4ac-8bce-441f-bfcf-dce97edd8be4" providerId="ADAL" clId="{4208D341-F035-470B-9618-E879346D5E5C}" dt="2025-02-28T03:27:58.891" v="890" actId="108"/>
          <ac:picMkLst>
            <pc:docMk/>
            <pc:sldMk cId="1641023272" sldId="751"/>
            <ac:picMk id="4" creationId="{07899E08-53E1-DCB4-3EE1-24C7382764AD}"/>
          </ac:picMkLst>
        </pc:picChg>
        <pc:cxnChg chg="add mod">
          <ac:chgData name="Ky" userId="5407a4ac-8bce-441f-bfcf-dce97edd8be4" providerId="ADAL" clId="{4208D341-F035-470B-9618-E879346D5E5C}" dt="2025-02-28T03:27:42.946" v="889" actId="1076"/>
          <ac:cxnSpMkLst>
            <pc:docMk/>
            <pc:sldMk cId="1641023272" sldId="751"/>
            <ac:cxnSpMk id="6" creationId="{6128846E-ED23-1113-A11F-EB484DDB9DD3}"/>
          </ac:cxnSpMkLst>
        </pc:cxnChg>
      </pc:sldChg>
      <pc:sldChg chg="addSp delSp modSp add mod">
        <pc:chgData name="Ky" userId="5407a4ac-8bce-441f-bfcf-dce97edd8be4" providerId="ADAL" clId="{4208D341-F035-470B-9618-E879346D5E5C}" dt="2025-02-28T04:59:44.460" v="936" actId="732"/>
        <pc:sldMkLst>
          <pc:docMk/>
          <pc:sldMk cId="549255080" sldId="752"/>
        </pc:sldMkLst>
        <pc:picChg chg="add mod">
          <ac:chgData name="Ky" userId="5407a4ac-8bce-441f-bfcf-dce97edd8be4" providerId="ADAL" clId="{4208D341-F035-470B-9618-E879346D5E5C}" dt="2025-02-28T04:42:21.669" v="933" actId="1076"/>
          <ac:picMkLst>
            <pc:docMk/>
            <pc:sldMk cId="549255080" sldId="752"/>
            <ac:picMk id="4" creationId="{4198DE0A-1620-4FBC-1D47-EB86D76A1ACC}"/>
          </ac:picMkLst>
        </pc:picChg>
        <pc:picChg chg="add mod modCrop">
          <ac:chgData name="Ky" userId="5407a4ac-8bce-441f-bfcf-dce97edd8be4" providerId="ADAL" clId="{4208D341-F035-470B-9618-E879346D5E5C}" dt="2025-02-28T04:59:44.460" v="936" actId="732"/>
          <ac:picMkLst>
            <pc:docMk/>
            <pc:sldMk cId="549255080" sldId="752"/>
            <ac:picMk id="8" creationId="{944D5A45-1DCE-0676-8817-89737336F554}"/>
          </ac:picMkLst>
        </pc:picChg>
      </pc:sldChg>
      <pc:sldChg chg="addSp delSp modSp add mod">
        <pc:chgData name="Ky" userId="5407a4ac-8bce-441f-bfcf-dce97edd8be4" providerId="ADAL" clId="{4208D341-F035-470B-9618-E879346D5E5C}" dt="2025-02-28T07:58:41.841" v="1077" actId="1076"/>
        <pc:sldMkLst>
          <pc:docMk/>
          <pc:sldMk cId="2845502084" sldId="753"/>
        </pc:sldMkLst>
        <pc:spChg chg="mod topLvl">
          <ac:chgData name="Ky" userId="5407a4ac-8bce-441f-bfcf-dce97edd8be4" providerId="ADAL" clId="{4208D341-F035-470B-9618-E879346D5E5C}" dt="2025-02-28T07:58:10.301" v="1068" actId="165"/>
          <ac:spMkLst>
            <pc:docMk/>
            <pc:sldMk cId="2845502084" sldId="753"/>
            <ac:spMk id="5" creationId="{41F8F881-3B6B-6BEE-46AA-2D7AF0D1092E}"/>
          </ac:spMkLst>
        </pc:spChg>
        <pc:spChg chg="mod topLvl">
          <ac:chgData name="Ky" userId="5407a4ac-8bce-441f-bfcf-dce97edd8be4" providerId="ADAL" clId="{4208D341-F035-470B-9618-E879346D5E5C}" dt="2025-02-28T07:58:10.301" v="1068" actId="165"/>
          <ac:spMkLst>
            <pc:docMk/>
            <pc:sldMk cId="2845502084" sldId="753"/>
            <ac:spMk id="7" creationId="{5D70C358-0B9B-5773-33AA-0B7295931E9A}"/>
          </ac:spMkLst>
        </pc:spChg>
        <pc:spChg chg="add mod topLvl">
          <ac:chgData name="Ky" userId="5407a4ac-8bce-441f-bfcf-dce97edd8be4" providerId="ADAL" clId="{4208D341-F035-470B-9618-E879346D5E5C}" dt="2025-02-28T07:58:10.301" v="1068" actId="165"/>
          <ac:spMkLst>
            <pc:docMk/>
            <pc:sldMk cId="2845502084" sldId="753"/>
            <ac:spMk id="18" creationId="{88F54635-CF9D-177F-9791-261F1F35A0FE}"/>
          </ac:spMkLst>
        </pc:spChg>
        <pc:spChg chg="add mod topLvl">
          <ac:chgData name="Ky" userId="5407a4ac-8bce-441f-bfcf-dce97edd8be4" providerId="ADAL" clId="{4208D341-F035-470B-9618-E879346D5E5C}" dt="2025-02-28T07:58:10.301" v="1068" actId="165"/>
          <ac:spMkLst>
            <pc:docMk/>
            <pc:sldMk cId="2845502084" sldId="753"/>
            <ac:spMk id="20" creationId="{AFE79239-05E4-2260-C7D7-5E119344CCD3}"/>
          </ac:spMkLst>
        </pc:spChg>
        <pc:spChg chg="add mod">
          <ac:chgData name="Ky" userId="5407a4ac-8bce-441f-bfcf-dce97edd8be4" providerId="ADAL" clId="{4208D341-F035-470B-9618-E879346D5E5C}" dt="2025-02-28T07:58:27.916" v="1074" actId="14100"/>
          <ac:spMkLst>
            <pc:docMk/>
            <pc:sldMk cId="2845502084" sldId="753"/>
            <ac:spMk id="23" creationId="{20EEB583-000D-B00F-1386-219DD08E1337}"/>
          </ac:spMkLst>
        </pc:spChg>
        <pc:picChg chg="mod topLvl">
          <ac:chgData name="Ky" userId="5407a4ac-8bce-441f-bfcf-dce97edd8be4" providerId="ADAL" clId="{4208D341-F035-470B-9618-E879346D5E5C}" dt="2025-02-28T07:58:10.301" v="1068" actId="165"/>
          <ac:picMkLst>
            <pc:docMk/>
            <pc:sldMk cId="2845502084" sldId="753"/>
            <ac:picMk id="2" creationId="{C88A56AA-2196-AA37-AAFA-7404947AA303}"/>
          </ac:picMkLst>
        </pc:picChg>
        <pc:picChg chg="add mod topLvl">
          <ac:chgData name="Ky" userId="5407a4ac-8bce-441f-bfcf-dce97edd8be4" providerId="ADAL" clId="{4208D341-F035-470B-9618-E879346D5E5C}" dt="2025-02-28T07:58:10.301" v="1068" actId="165"/>
          <ac:picMkLst>
            <pc:docMk/>
            <pc:sldMk cId="2845502084" sldId="753"/>
            <ac:picMk id="19" creationId="{831C2794-28B0-8050-3EE9-E6953BC85C51}"/>
          </ac:picMkLst>
        </pc:picChg>
        <pc:cxnChg chg="mod topLvl">
          <ac:chgData name="Ky" userId="5407a4ac-8bce-441f-bfcf-dce97edd8be4" providerId="ADAL" clId="{4208D341-F035-470B-9618-E879346D5E5C}" dt="2025-02-28T07:58:10.301" v="1068" actId="165"/>
          <ac:cxnSpMkLst>
            <pc:docMk/>
            <pc:sldMk cId="2845502084" sldId="753"/>
            <ac:cxnSpMk id="9" creationId="{6D21D5CD-975A-6F64-8670-BB3E92BD9E3F}"/>
          </ac:cxnSpMkLst>
        </pc:cxnChg>
        <pc:cxnChg chg="add mod topLvl">
          <ac:chgData name="Ky" userId="5407a4ac-8bce-441f-bfcf-dce97edd8be4" providerId="ADAL" clId="{4208D341-F035-470B-9618-E879346D5E5C}" dt="2025-02-28T07:58:10.301" v="1068" actId="165"/>
          <ac:cxnSpMkLst>
            <pc:docMk/>
            <pc:sldMk cId="2845502084" sldId="753"/>
            <ac:cxnSpMk id="21" creationId="{74A67C39-433A-81FC-40FC-958EF1F8BC77}"/>
          </ac:cxnSpMkLst>
        </pc:cxnChg>
        <pc:cxnChg chg="add mod">
          <ac:chgData name="Ky" userId="5407a4ac-8bce-441f-bfcf-dce97edd8be4" providerId="ADAL" clId="{4208D341-F035-470B-9618-E879346D5E5C}" dt="2025-02-28T07:58:41.841" v="1077" actId="1076"/>
          <ac:cxnSpMkLst>
            <pc:docMk/>
            <pc:sldMk cId="2845502084" sldId="753"/>
            <ac:cxnSpMk id="24" creationId="{63E8C673-CAFC-E08D-3544-D932E0AAC6A3}"/>
          </ac:cxnSpMkLst>
        </pc:cxnChg>
      </pc:sldChg>
      <pc:sldChg chg="add del">
        <pc:chgData name="Ky" userId="5407a4ac-8bce-441f-bfcf-dce97edd8be4" providerId="ADAL" clId="{4208D341-F035-470B-9618-E879346D5E5C}" dt="2025-02-28T07:29:38.866" v="977" actId="47"/>
        <pc:sldMkLst>
          <pc:docMk/>
          <pc:sldMk cId="1015860393" sldId="754"/>
        </pc:sldMkLst>
      </pc:sldChg>
      <pc:sldChg chg="addSp delSp modSp add mod">
        <pc:chgData name="Ky" userId="5407a4ac-8bce-441f-bfcf-dce97edd8be4" providerId="ADAL" clId="{4208D341-F035-470B-9618-E879346D5E5C}" dt="2025-02-28T08:17:33.906" v="1087" actId="165"/>
        <pc:sldMkLst>
          <pc:docMk/>
          <pc:sldMk cId="2182490018" sldId="754"/>
        </pc:sldMkLst>
        <pc:spChg chg="mod topLvl">
          <ac:chgData name="Ky" userId="5407a4ac-8bce-441f-bfcf-dce97edd8be4" providerId="ADAL" clId="{4208D341-F035-470B-9618-E879346D5E5C}" dt="2025-02-28T08:17:33.906" v="1087" actId="165"/>
          <ac:spMkLst>
            <pc:docMk/>
            <pc:sldMk cId="2182490018" sldId="754"/>
            <ac:spMk id="5" creationId="{0C83CBF2-0998-9150-654A-07BCC46915B4}"/>
          </ac:spMkLst>
        </pc:spChg>
        <pc:spChg chg="add mod topLvl">
          <ac:chgData name="Ky" userId="5407a4ac-8bce-441f-bfcf-dce97edd8be4" providerId="ADAL" clId="{4208D341-F035-470B-9618-E879346D5E5C}" dt="2025-02-28T08:17:33.906" v="1087" actId="165"/>
          <ac:spMkLst>
            <pc:docMk/>
            <pc:sldMk cId="2182490018" sldId="754"/>
            <ac:spMk id="15" creationId="{4CD13904-8381-8CBF-4DEB-24AC0ABBC708}"/>
          </ac:spMkLst>
        </pc:spChg>
        <pc:spChg chg="add mod topLvl">
          <ac:chgData name="Ky" userId="5407a4ac-8bce-441f-bfcf-dce97edd8be4" providerId="ADAL" clId="{4208D341-F035-470B-9618-E879346D5E5C}" dt="2025-02-28T08:17:33.906" v="1087" actId="165"/>
          <ac:spMkLst>
            <pc:docMk/>
            <pc:sldMk cId="2182490018" sldId="754"/>
            <ac:spMk id="16" creationId="{4FEEB0E6-51D1-4F64-14C4-5D73F46812C4}"/>
          </ac:spMkLst>
        </pc:spChg>
        <pc:spChg chg="mod topLvl">
          <ac:chgData name="Ky" userId="5407a4ac-8bce-441f-bfcf-dce97edd8be4" providerId="ADAL" clId="{4208D341-F035-470B-9618-E879346D5E5C}" dt="2025-02-28T08:17:33.906" v="1087" actId="165"/>
          <ac:spMkLst>
            <pc:docMk/>
            <pc:sldMk cId="2182490018" sldId="754"/>
            <ac:spMk id="17" creationId="{867949B2-D0AC-775E-2057-5ABC7A8D8B3A}"/>
          </ac:spMkLst>
        </pc:spChg>
        <pc:spChg chg="add mod topLvl">
          <ac:chgData name="Ky" userId="5407a4ac-8bce-441f-bfcf-dce97edd8be4" providerId="ADAL" clId="{4208D341-F035-470B-9618-E879346D5E5C}" dt="2025-02-28T08:17:33.906" v="1087" actId="165"/>
          <ac:spMkLst>
            <pc:docMk/>
            <pc:sldMk cId="2182490018" sldId="754"/>
            <ac:spMk id="18" creationId="{A110E47D-4432-3673-0839-30EA10ED9BF4}"/>
          </ac:spMkLst>
        </pc:spChg>
        <pc:spChg chg="add mod topLvl">
          <ac:chgData name="Ky" userId="5407a4ac-8bce-441f-bfcf-dce97edd8be4" providerId="ADAL" clId="{4208D341-F035-470B-9618-E879346D5E5C}" dt="2025-02-28T08:17:33.906" v="1087" actId="165"/>
          <ac:spMkLst>
            <pc:docMk/>
            <pc:sldMk cId="2182490018" sldId="754"/>
            <ac:spMk id="20" creationId="{596E3B22-B588-2402-C37B-3B42FB68AAB3}"/>
          </ac:spMkLst>
        </pc:spChg>
        <pc:spChg chg="add mod topLvl">
          <ac:chgData name="Ky" userId="5407a4ac-8bce-441f-bfcf-dce97edd8be4" providerId="ADAL" clId="{4208D341-F035-470B-9618-E879346D5E5C}" dt="2025-02-28T08:17:33.906" v="1087" actId="165"/>
          <ac:spMkLst>
            <pc:docMk/>
            <pc:sldMk cId="2182490018" sldId="754"/>
            <ac:spMk id="23" creationId="{F871DC05-A53D-4616-36D8-5D15827FFC1C}"/>
          </ac:spMkLst>
        </pc:spChg>
        <pc:spChg chg="add mod topLvl">
          <ac:chgData name="Ky" userId="5407a4ac-8bce-441f-bfcf-dce97edd8be4" providerId="ADAL" clId="{4208D341-F035-470B-9618-E879346D5E5C}" dt="2025-02-28T08:17:33.906" v="1087" actId="165"/>
          <ac:spMkLst>
            <pc:docMk/>
            <pc:sldMk cId="2182490018" sldId="754"/>
            <ac:spMk id="24" creationId="{85810A0F-EC64-0269-1C6F-AB4B9259E1D5}"/>
          </ac:spMkLst>
        </pc:spChg>
        <pc:spChg chg="add mod topLvl">
          <ac:chgData name="Ky" userId="5407a4ac-8bce-441f-bfcf-dce97edd8be4" providerId="ADAL" clId="{4208D341-F035-470B-9618-E879346D5E5C}" dt="2025-02-28T08:17:33.906" v="1087" actId="165"/>
          <ac:spMkLst>
            <pc:docMk/>
            <pc:sldMk cId="2182490018" sldId="754"/>
            <ac:spMk id="26" creationId="{BD54C9D1-D801-B235-DBF2-1B03D610B213}"/>
          </ac:spMkLst>
        </pc:spChg>
        <pc:spChg chg="add del mod topLvl">
          <ac:chgData name="Ky" userId="5407a4ac-8bce-441f-bfcf-dce97edd8be4" providerId="ADAL" clId="{4208D341-F035-470B-9618-E879346D5E5C}" dt="2025-02-28T08:17:33.906" v="1087" actId="165"/>
          <ac:spMkLst>
            <pc:docMk/>
            <pc:sldMk cId="2182490018" sldId="754"/>
            <ac:spMk id="28" creationId="{48E71E62-DC21-7250-5A57-50FD9FE6806A}"/>
          </ac:spMkLst>
        </pc:spChg>
        <pc:picChg chg="mod topLvl">
          <ac:chgData name="Ky" userId="5407a4ac-8bce-441f-bfcf-dce97edd8be4" providerId="ADAL" clId="{4208D341-F035-470B-9618-E879346D5E5C}" dt="2025-02-28T07:37:16.291" v="1034" actId="1076"/>
          <ac:picMkLst>
            <pc:docMk/>
            <pc:sldMk cId="2182490018" sldId="754"/>
            <ac:picMk id="9" creationId="{4195A0ED-299C-C532-A960-16FD461C3B2A}"/>
          </ac:picMkLst>
        </pc:picChg>
        <pc:picChg chg="mod topLvl">
          <ac:chgData name="Ky" userId="5407a4ac-8bce-441f-bfcf-dce97edd8be4" providerId="ADAL" clId="{4208D341-F035-470B-9618-E879346D5E5C}" dt="2025-02-28T07:38:19.184" v="1042" actId="1076"/>
          <ac:picMkLst>
            <pc:docMk/>
            <pc:sldMk cId="2182490018" sldId="754"/>
            <ac:picMk id="11" creationId="{AD1EC0B5-1919-36A5-3989-732F08248667}"/>
          </ac:picMkLst>
        </pc:picChg>
        <pc:picChg chg="add mod">
          <ac:chgData name="Ky" userId="5407a4ac-8bce-441f-bfcf-dce97edd8be4" providerId="ADAL" clId="{4208D341-F035-470B-9618-E879346D5E5C}" dt="2025-02-28T07:39:17.129" v="1048" actId="1076"/>
          <ac:picMkLst>
            <pc:docMk/>
            <pc:sldMk cId="2182490018" sldId="754"/>
            <ac:picMk id="19" creationId="{963F21F9-EF55-3273-F74F-50D420BB6E30}"/>
          </ac:picMkLst>
        </pc:picChg>
        <pc:picChg chg="add mod">
          <ac:chgData name="Ky" userId="5407a4ac-8bce-441f-bfcf-dce97edd8be4" providerId="ADAL" clId="{4208D341-F035-470B-9618-E879346D5E5C}" dt="2025-02-28T07:39:10.115" v="1047" actId="1076"/>
          <ac:picMkLst>
            <pc:docMk/>
            <pc:sldMk cId="2182490018" sldId="754"/>
            <ac:picMk id="22" creationId="{C612E5F1-FD6A-0E57-DD11-16FCE10B5BFC}"/>
          </ac:picMkLst>
        </pc:picChg>
        <pc:cxnChg chg="add mod topLvl">
          <ac:chgData name="Ky" userId="5407a4ac-8bce-441f-bfcf-dce97edd8be4" providerId="ADAL" clId="{4208D341-F035-470B-9618-E879346D5E5C}" dt="2025-02-28T07:38:19.184" v="1042" actId="1076"/>
          <ac:cxnSpMkLst>
            <pc:docMk/>
            <pc:sldMk cId="2182490018" sldId="754"/>
            <ac:cxnSpMk id="6" creationId="{91A1B123-21DB-C3D0-B410-DB9AAC78F03E}"/>
          </ac:cxnSpMkLst>
        </pc:cxnChg>
        <pc:cxnChg chg="mod topLvl">
          <ac:chgData name="Ky" userId="5407a4ac-8bce-441f-bfcf-dce97edd8be4" providerId="ADAL" clId="{4208D341-F035-470B-9618-E879346D5E5C}" dt="2025-02-28T07:37:16.291" v="1034" actId="1076"/>
          <ac:cxnSpMkLst>
            <pc:docMk/>
            <pc:sldMk cId="2182490018" sldId="754"/>
            <ac:cxnSpMk id="12" creationId="{5189B9C0-6580-437A-62A6-030402B507AB}"/>
          </ac:cxnSpMkLst>
        </pc:cxnChg>
        <pc:cxnChg chg="add mod">
          <ac:chgData name="Ky" userId="5407a4ac-8bce-441f-bfcf-dce97edd8be4" providerId="ADAL" clId="{4208D341-F035-470B-9618-E879346D5E5C}" dt="2025-02-28T07:39:17.129" v="1048" actId="1076"/>
          <ac:cxnSpMkLst>
            <pc:docMk/>
            <pc:sldMk cId="2182490018" sldId="754"/>
            <ac:cxnSpMk id="25" creationId="{34CD419C-E2B0-11BA-B7D8-440703E43AA0}"/>
          </ac:cxnSpMkLst>
        </pc:cxnChg>
        <pc:cxnChg chg="add mod">
          <ac:chgData name="Ky" userId="5407a4ac-8bce-441f-bfcf-dce97edd8be4" providerId="ADAL" clId="{4208D341-F035-470B-9618-E879346D5E5C}" dt="2025-02-28T07:39:10.115" v="1047" actId="1076"/>
          <ac:cxnSpMkLst>
            <pc:docMk/>
            <pc:sldMk cId="2182490018" sldId="754"/>
            <ac:cxnSpMk id="27" creationId="{09377773-457D-4921-1951-E4B9C7BE6597}"/>
          </ac:cxnSpMkLst>
        </pc:cxnChg>
      </pc:sldChg>
      <pc:sldChg chg="addSp delSp modSp add mod">
        <pc:chgData name="Ky" userId="5407a4ac-8bce-441f-bfcf-dce97edd8be4" providerId="ADAL" clId="{4208D341-F035-470B-9618-E879346D5E5C}" dt="2025-02-28T08:22:10.840" v="1158" actId="207"/>
        <pc:sldMkLst>
          <pc:docMk/>
          <pc:sldMk cId="42799103" sldId="755"/>
        </pc:sldMkLst>
        <pc:spChg chg="add mod">
          <ac:chgData name="Ky" userId="5407a4ac-8bce-441f-bfcf-dce97edd8be4" providerId="ADAL" clId="{4208D341-F035-470B-9618-E879346D5E5C}" dt="2025-02-28T08:22:10.840" v="1158" actId="207"/>
          <ac:spMkLst>
            <pc:docMk/>
            <pc:sldMk cId="42799103" sldId="755"/>
            <ac:spMk id="7" creationId="{4B1E0B62-8992-5B74-7985-FBAE441AE60E}"/>
          </ac:spMkLst>
        </pc:spChg>
        <pc:picChg chg="add mod">
          <ac:chgData name="Ky" userId="5407a4ac-8bce-441f-bfcf-dce97edd8be4" providerId="ADAL" clId="{4208D341-F035-470B-9618-E879346D5E5C}" dt="2025-02-28T08:17:17.856" v="1086" actId="108"/>
          <ac:picMkLst>
            <pc:docMk/>
            <pc:sldMk cId="42799103" sldId="755"/>
            <ac:picMk id="3" creationId="{BB90C616-5D4B-E62B-EC9E-6EBE28E18C41}"/>
          </ac:picMkLst>
        </pc:picChg>
      </pc:sldChg>
      <pc:sldChg chg="addSp delSp modSp add mod">
        <pc:chgData name="Ky" userId="5407a4ac-8bce-441f-bfcf-dce97edd8be4" providerId="ADAL" clId="{4208D341-F035-470B-9618-E879346D5E5C}" dt="2025-03-05T02:56:13.138" v="1437" actId="14100"/>
        <pc:sldMkLst>
          <pc:docMk/>
          <pc:sldMk cId="4291899129" sldId="756"/>
        </pc:sldMkLst>
        <pc:spChg chg="mod">
          <ac:chgData name="Ky" userId="5407a4ac-8bce-441f-bfcf-dce97edd8be4" providerId="ADAL" clId="{4208D341-F035-470B-9618-E879346D5E5C}" dt="2025-03-04T11:06:20.537" v="1426" actId="1076"/>
          <ac:spMkLst>
            <pc:docMk/>
            <pc:sldMk cId="4291899129" sldId="756"/>
            <ac:spMk id="8" creationId="{DA92A2B3-9BCE-A143-B36A-5EB53AE1C15E}"/>
          </ac:spMkLst>
        </pc:spChg>
        <pc:spChg chg="mod">
          <ac:chgData name="Ky" userId="5407a4ac-8bce-441f-bfcf-dce97edd8be4" providerId="ADAL" clId="{4208D341-F035-470B-9618-E879346D5E5C}" dt="2025-03-04T11:02:35.583" v="1308" actId="20577"/>
          <ac:spMkLst>
            <pc:docMk/>
            <pc:sldMk cId="4291899129" sldId="756"/>
            <ac:spMk id="9" creationId="{A80E3C16-5DA1-F056-25AE-396BEBAB08C7}"/>
          </ac:spMkLst>
        </pc:spChg>
        <pc:spChg chg="mod">
          <ac:chgData name="Ky" userId="5407a4ac-8bce-441f-bfcf-dce97edd8be4" providerId="ADAL" clId="{4208D341-F035-470B-9618-E879346D5E5C}" dt="2025-03-04T11:06:25.724" v="1427" actId="1076"/>
          <ac:spMkLst>
            <pc:docMk/>
            <pc:sldMk cId="4291899129" sldId="756"/>
            <ac:spMk id="12" creationId="{A4FD2AF0-0CF5-4703-1F37-FDA0858F473C}"/>
          </ac:spMkLst>
        </pc:spChg>
        <pc:spChg chg="add mod ord">
          <ac:chgData name="Ky" userId="5407a4ac-8bce-441f-bfcf-dce97edd8be4" providerId="ADAL" clId="{4208D341-F035-470B-9618-E879346D5E5C}" dt="2025-03-05T02:55:59.249" v="1436" actId="1038"/>
          <ac:spMkLst>
            <pc:docMk/>
            <pc:sldMk cId="4291899129" sldId="756"/>
            <ac:spMk id="15" creationId="{576152C6-8D17-3BEF-4613-7F60A74CF4FB}"/>
          </ac:spMkLst>
        </pc:spChg>
        <pc:spChg chg="mod">
          <ac:chgData name="Ky" userId="5407a4ac-8bce-441f-bfcf-dce97edd8be4" providerId="ADAL" clId="{4208D341-F035-470B-9618-E879346D5E5C}" dt="2025-03-04T11:06:56.223" v="1431" actId="1076"/>
          <ac:spMkLst>
            <pc:docMk/>
            <pc:sldMk cId="4291899129" sldId="756"/>
            <ac:spMk id="27" creationId="{54EF5671-A8E0-00B2-4498-6961AFCE68CB}"/>
          </ac:spMkLst>
        </pc:spChg>
        <pc:picChg chg="mod">
          <ac:chgData name="Ky" userId="5407a4ac-8bce-441f-bfcf-dce97edd8be4" providerId="ADAL" clId="{4208D341-F035-470B-9618-E879346D5E5C}" dt="2025-03-04T11:00:36.380" v="1161" actId="14100"/>
          <ac:picMkLst>
            <pc:docMk/>
            <pc:sldMk cId="4291899129" sldId="756"/>
            <ac:picMk id="4" creationId="{E1B23817-78B5-D283-923D-9891FF2CCB82}"/>
          </ac:picMkLst>
        </pc:picChg>
        <pc:cxnChg chg="mod">
          <ac:chgData name="Ky" userId="5407a4ac-8bce-441f-bfcf-dce97edd8be4" providerId="ADAL" clId="{4208D341-F035-470B-9618-E879346D5E5C}" dt="2025-03-04T11:06:34.035" v="1429" actId="1076"/>
          <ac:cxnSpMkLst>
            <pc:docMk/>
            <pc:sldMk cId="4291899129" sldId="756"/>
            <ac:cxnSpMk id="13" creationId="{200A4104-8394-B8A7-0C6B-A7CF95C931D7}"/>
          </ac:cxnSpMkLst>
        </pc:cxnChg>
        <pc:cxnChg chg="add mod">
          <ac:chgData name="Ky" userId="5407a4ac-8bce-441f-bfcf-dce97edd8be4" providerId="ADAL" clId="{4208D341-F035-470B-9618-E879346D5E5C}" dt="2025-03-05T02:55:59.249" v="1436" actId="1038"/>
          <ac:cxnSpMkLst>
            <pc:docMk/>
            <pc:sldMk cId="4291899129" sldId="756"/>
            <ac:cxnSpMk id="16" creationId="{2F221E37-F8C4-F7AA-D7A5-960783AE3F8D}"/>
          </ac:cxnSpMkLst>
        </pc:cxnChg>
        <pc:cxnChg chg="mod">
          <ac:chgData name="Ky" userId="5407a4ac-8bce-441f-bfcf-dce97edd8be4" providerId="ADAL" clId="{4208D341-F035-470B-9618-E879346D5E5C}" dt="2025-03-04T11:01:32.030" v="1205" actId="1076"/>
          <ac:cxnSpMkLst>
            <pc:docMk/>
            <pc:sldMk cId="4291899129" sldId="756"/>
            <ac:cxnSpMk id="20" creationId="{12597734-F578-26AC-5D3E-CA5882F80485}"/>
          </ac:cxnSpMkLst>
        </pc:cxnChg>
        <pc:cxnChg chg="mod">
          <ac:chgData name="Ky" userId="5407a4ac-8bce-441f-bfcf-dce97edd8be4" providerId="ADAL" clId="{4208D341-F035-470B-9618-E879346D5E5C}" dt="2025-03-04T11:03:03.800" v="1314" actId="14100"/>
          <ac:cxnSpMkLst>
            <pc:docMk/>
            <pc:sldMk cId="4291899129" sldId="756"/>
            <ac:cxnSpMk id="25" creationId="{55DB8763-DE43-7E2B-604C-B05942CB5E6B}"/>
          </ac:cxnSpMkLst>
        </pc:cxnChg>
        <pc:cxnChg chg="mod">
          <ac:chgData name="Ky" userId="5407a4ac-8bce-441f-bfcf-dce97edd8be4" providerId="ADAL" clId="{4208D341-F035-470B-9618-E879346D5E5C}" dt="2025-03-05T02:56:13.138" v="1437" actId="14100"/>
          <ac:cxnSpMkLst>
            <pc:docMk/>
            <pc:sldMk cId="4291899129" sldId="756"/>
            <ac:cxnSpMk id="28" creationId="{CA519BA2-92CE-603E-6FA5-59149A3E576F}"/>
          </ac:cxnSpMkLst>
        </pc:cxnChg>
      </pc:sldChg>
      <pc:sldChg chg="addSp delSp modSp add mod">
        <pc:chgData name="Ky" userId="5407a4ac-8bce-441f-bfcf-dce97edd8be4" providerId="ADAL" clId="{4208D341-F035-470B-9618-E879346D5E5C}" dt="2025-03-12T03:02:09.961" v="2394" actId="1076"/>
        <pc:sldMkLst>
          <pc:docMk/>
          <pc:sldMk cId="2427935998" sldId="757"/>
        </pc:sldMkLst>
      </pc:sldChg>
      <pc:sldChg chg="addSp delSp modSp new mod">
        <pc:chgData name="Ky" userId="5407a4ac-8bce-441f-bfcf-dce97edd8be4" providerId="ADAL" clId="{4208D341-F035-470B-9618-E879346D5E5C}" dt="2025-03-11T11:10:56.254" v="2142" actId="1076"/>
        <pc:sldMkLst>
          <pc:docMk/>
          <pc:sldMk cId="1052527641" sldId="758"/>
        </pc:sldMkLst>
      </pc:sldChg>
      <pc:sldChg chg="addSp delSp modSp add mod">
        <pc:chgData name="Ky" userId="5407a4ac-8bce-441f-bfcf-dce97edd8be4" providerId="ADAL" clId="{4208D341-F035-470B-9618-E879346D5E5C}" dt="2025-03-11T11:11:16.003" v="2148" actId="1076"/>
        <pc:sldMkLst>
          <pc:docMk/>
          <pc:sldMk cId="1849738539" sldId="759"/>
        </pc:sldMkLst>
      </pc:sldChg>
      <pc:sldChg chg="addSp delSp modSp add mod">
        <pc:chgData name="Ky" userId="5407a4ac-8bce-441f-bfcf-dce97edd8be4" providerId="ADAL" clId="{4208D341-F035-470B-9618-E879346D5E5C}" dt="2025-03-11T11:11:34.327" v="2153" actId="1076"/>
        <pc:sldMkLst>
          <pc:docMk/>
          <pc:sldMk cId="2151215186" sldId="760"/>
        </pc:sldMkLst>
      </pc:sldChg>
      <pc:sldChg chg="addSp delSp modSp add mod">
        <pc:chgData name="Ky" userId="5407a4ac-8bce-441f-bfcf-dce97edd8be4" providerId="ADAL" clId="{4208D341-F035-470B-9618-E879346D5E5C}" dt="2025-03-12T03:03:53.926" v="2396" actId="14826"/>
        <pc:sldMkLst>
          <pc:docMk/>
          <pc:sldMk cId="2373878833" sldId="761"/>
        </pc:sldMkLst>
      </pc:sldChg>
      <pc:sldChg chg="addSp delSp modSp add mod ord">
        <pc:chgData name="Ky" userId="5407a4ac-8bce-441f-bfcf-dce97edd8be4" providerId="ADAL" clId="{4208D341-F035-470B-9618-E879346D5E5C}" dt="2025-03-18T08:04:52.519" v="2456"/>
        <pc:sldMkLst>
          <pc:docMk/>
          <pc:sldMk cId="624159254" sldId="762"/>
        </pc:sldMkLst>
        <pc:spChg chg="add mod">
          <ac:chgData name="Ky" userId="5407a4ac-8bce-441f-bfcf-dce97edd8be4" providerId="ADAL" clId="{4208D341-F035-470B-9618-E879346D5E5C}" dt="2025-03-14T02:44:26.580" v="2450" actId="1076"/>
          <ac:spMkLst>
            <pc:docMk/>
            <pc:sldMk cId="624159254" sldId="762"/>
            <ac:spMk id="7" creationId="{2D8FCB15-26DE-2125-1A21-23178864CE50}"/>
          </ac:spMkLst>
        </pc:spChg>
        <pc:spChg chg="mod ord">
          <ac:chgData name="Ky" userId="5407a4ac-8bce-441f-bfcf-dce97edd8be4" providerId="ADAL" clId="{4208D341-F035-470B-9618-E879346D5E5C}" dt="2025-03-14T02:44:26.580" v="2450" actId="1076"/>
          <ac:spMkLst>
            <pc:docMk/>
            <pc:sldMk cId="624159254" sldId="762"/>
            <ac:spMk id="9" creationId="{3D715779-E9DD-3060-AA87-084723345926}"/>
          </ac:spMkLst>
        </pc:spChg>
        <pc:picChg chg="add mod ord">
          <ac:chgData name="Ky" userId="5407a4ac-8bce-441f-bfcf-dce97edd8be4" providerId="ADAL" clId="{4208D341-F035-470B-9618-E879346D5E5C}" dt="2025-03-14T02:44:35.411" v="2451" actId="108"/>
          <ac:picMkLst>
            <pc:docMk/>
            <pc:sldMk cId="624159254" sldId="762"/>
            <ac:picMk id="4" creationId="{33BBD81B-2232-442E-8D4E-F339ABAA8DEC}"/>
          </ac:picMkLst>
        </pc:picChg>
        <pc:cxnChg chg="mod ord">
          <ac:chgData name="Ky" userId="5407a4ac-8bce-441f-bfcf-dce97edd8be4" providerId="ADAL" clId="{4208D341-F035-470B-9618-E879346D5E5C}" dt="2025-03-14T02:44:26.580" v="2450" actId="1076"/>
          <ac:cxnSpMkLst>
            <pc:docMk/>
            <pc:sldMk cId="624159254" sldId="762"/>
            <ac:cxnSpMk id="25" creationId="{5F20BEFA-ECEB-3544-B3D3-224C6DE0B342}"/>
          </ac:cxnSpMkLst>
        </pc:cxnChg>
      </pc:sldChg>
      <pc:sldChg chg="addSp delSp modSp add mod">
        <pc:chgData name="Ky" userId="5407a4ac-8bce-441f-bfcf-dce97edd8be4" providerId="ADAL" clId="{4208D341-F035-470B-9618-E879346D5E5C}" dt="2025-03-19T02:31:43.900" v="3087" actId="693"/>
        <pc:sldMkLst>
          <pc:docMk/>
          <pc:sldMk cId="159002024" sldId="763"/>
        </pc:sldMkLst>
        <pc:spChg chg="mod ord">
          <ac:chgData name="Ky" userId="5407a4ac-8bce-441f-bfcf-dce97edd8be4" providerId="ADAL" clId="{4208D341-F035-470B-9618-E879346D5E5C}" dt="2025-03-18T08:44:46.931" v="2632" actId="1076"/>
          <ac:spMkLst>
            <pc:docMk/>
            <pc:sldMk cId="159002024" sldId="763"/>
            <ac:spMk id="14" creationId="{9944256E-1976-1A3B-9175-A19FBE9D1450}"/>
          </ac:spMkLst>
        </pc:spChg>
        <pc:spChg chg="mod">
          <ac:chgData name="Ky" userId="5407a4ac-8bce-441f-bfcf-dce97edd8be4" providerId="ADAL" clId="{4208D341-F035-470B-9618-E879346D5E5C}" dt="2025-03-18T08:17:21.378" v="2462" actId="14100"/>
          <ac:spMkLst>
            <pc:docMk/>
            <pc:sldMk cId="159002024" sldId="763"/>
            <ac:spMk id="21" creationId="{A97E4891-6392-12AA-A144-4857E95F88D6}"/>
          </ac:spMkLst>
        </pc:spChg>
        <pc:spChg chg="add mod">
          <ac:chgData name="Ky" userId="5407a4ac-8bce-441f-bfcf-dce97edd8be4" providerId="ADAL" clId="{4208D341-F035-470B-9618-E879346D5E5C}" dt="2025-03-18T08:35:38.417" v="2497" actId="14100"/>
          <ac:spMkLst>
            <pc:docMk/>
            <pc:sldMk cId="159002024" sldId="763"/>
            <ac:spMk id="23" creationId="{B6F0FDC6-5781-29E8-413A-D0953226C021}"/>
          </ac:spMkLst>
        </pc:spChg>
        <pc:spChg chg="add mod ord">
          <ac:chgData name="Ky" userId="5407a4ac-8bce-441f-bfcf-dce97edd8be4" providerId="ADAL" clId="{4208D341-F035-470B-9618-E879346D5E5C}" dt="2025-03-18T08:43:54.613" v="2624" actId="166"/>
          <ac:spMkLst>
            <pc:docMk/>
            <pc:sldMk cId="159002024" sldId="763"/>
            <ac:spMk id="26" creationId="{8080A663-CCA0-4C62-D55B-8E236FE36953}"/>
          </ac:spMkLst>
        </pc:spChg>
        <pc:spChg chg="add mod ord">
          <ac:chgData name="Ky" userId="5407a4ac-8bce-441f-bfcf-dce97edd8be4" providerId="ADAL" clId="{4208D341-F035-470B-9618-E879346D5E5C}" dt="2025-03-18T08:43:20.329" v="2619" actId="1076"/>
          <ac:spMkLst>
            <pc:docMk/>
            <pc:sldMk cId="159002024" sldId="763"/>
            <ac:spMk id="37" creationId="{7D6EA9FF-7985-4D93-24E6-AAD4FE9D8C68}"/>
          </ac:spMkLst>
        </pc:spChg>
        <pc:spChg chg="add mod">
          <ac:chgData name="Ky" userId="5407a4ac-8bce-441f-bfcf-dce97edd8be4" providerId="ADAL" clId="{4208D341-F035-470B-9618-E879346D5E5C}" dt="2025-03-18T08:43:09.845" v="2617" actId="1076"/>
          <ac:spMkLst>
            <pc:docMk/>
            <pc:sldMk cId="159002024" sldId="763"/>
            <ac:spMk id="38" creationId="{CE7A40DD-8360-D290-6345-9981C99C236B}"/>
          </ac:spMkLst>
        </pc:spChg>
        <pc:spChg chg="add mod">
          <ac:chgData name="Ky" userId="5407a4ac-8bce-441f-bfcf-dce97edd8be4" providerId="ADAL" clId="{4208D341-F035-470B-9618-E879346D5E5C}" dt="2025-03-18T08:38:39.725" v="2555" actId="14100"/>
          <ac:spMkLst>
            <pc:docMk/>
            <pc:sldMk cId="159002024" sldId="763"/>
            <ac:spMk id="41" creationId="{2D14CA57-0A02-5BD7-A27D-217F9F6AE9E9}"/>
          </ac:spMkLst>
        </pc:spChg>
        <pc:spChg chg="add mod">
          <ac:chgData name="Ky" userId="5407a4ac-8bce-441f-bfcf-dce97edd8be4" providerId="ADAL" clId="{4208D341-F035-470B-9618-E879346D5E5C}" dt="2025-03-18T08:38:26.785" v="2551" actId="14100"/>
          <ac:spMkLst>
            <pc:docMk/>
            <pc:sldMk cId="159002024" sldId="763"/>
            <ac:spMk id="42" creationId="{C7954C30-7423-F5A4-774C-C7BA2F737F76}"/>
          </ac:spMkLst>
        </pc:spChg>
        <pc:spChg chg="add mod">
          <ac:chgData name="Ky" userId="5407a4ac-8bce-441f-bfcf-dce97edd8be4" providerId="ADAL" clId="{4208D341-F035-470B-9618-E879346D5E5C}" dt="2025-03-18T08:39:08.131" v="2561" actId="14100"/>
          <ac:spMkLst>
            <pc:docMk/>
            <pc:sldMk cId="159002024" sldId="763"/>
            <ac:spMk id="43" creationId="{C96CA572-A72C-C686-DB7C-9534F977529C}"/>
          </ac:spMkLst>
        </pc:spChg>
        <pc:spChg chg="add mod">
          <ac:chgData name="Ky" userId="5407a4ac-8bce-441f-bfcf-dce97edd8be4" providerId="ADAL" clId="{4208D341-F035-470B-9618-E879346D5E5C}" dt="2025-03-18T08:39:18.017" v="2564" actId="14100"/>
          <ac:spMkLst>
            <pc:docMk/>
            <pc:sldMk cId="159002024" sldId="763"/>
            <ac:spMk id="44" creationId="{AB239694-122F-12DD-1EF4-389F4D473659}"/>
          </ac:spMkLst>
        </pc:spChg>
        <pc:spChg chg="add mod">
          <ac:chgData name="Ky" userId="5407a4ac-8bce-441f-bfcf-dce97edd8be4" providerId="ADAL" clId="{4208D341-F035-470B-9618-E879346D5E5C}" dt="2025-03-18T08:39:32.453" v="2567" actId="14100"/>
          <ac:spMkLst>
            <pc:docMk/>
            <pc:sldMk cId="159002024" sldId="763"/>
            <ac:spMk id="45" creationId="{EF02327E-F874-3C22-CA4E-D5F052882FE7}"/>
          </ac:spMkLst>
        </pc:spChg>
        <pc:spChg chg="add mod ord">
          <ac:chgData name="Ky" userId="5407a4ac-8bce-441f-bfcf-dce97edd8be4" providerId="ADAL" clId="{4208D341-F035-470B-9618-E879346D5E5C}" dt="2025-03-19T02:31:26.962" v="3085" actId="166"/>
          <ac:spMkLst>
            <pc:docMk/>
            <pc:sldMk cId="159002024" sldId="763"/>
            <ac:spMk id="46" creationId="{8A32CC56-5744-58D7-DB0F-A15CF2770E2B}"/>
          </ac:spMkLst>
        </pc:spChg>
        <pc:picChg chg="mod">
          <ac:chgData name="Ky" userId="5407a4ac-8bce-441f-bfcf-dce97edd8be4" providerId="ADAL" clId="{4208D341-F035-470B-9618-E879346D5E5C}" dt="2025-03-18T08:17:03.810" v="2458" actId="14826"/>
          <ac:picMkLst>
            <pc:docMk/>
            <pc:sldMk cId="159002024" sldId="763"/>
            <ac:picMk id="3" creationId="{E4627F44-F6C1-ED63-E42B-DCABBE14732B}"/>
          </ac:picMkLst>
        </pc:picChg>
        <pc:picChg chg="add mod">
          <ac:chgData name="Ky" userId="5407a4ac-8bce-441f-bfcf-dce97edd8be4" providerId="ADAL" clId="{4208D341-F035-470B-9618-E879346D5E5C}" dt="2025-03-18T08:34:08.009" v="2488" actId="14826"/>
          <ac:picMkLst>
            <pc:docMk/>
            <pc:sldMk cId="159002024" sldId="763"/>
            <ac:picMk id="15" creationId="{BC308628-9A79-6BAF-4A81-DE53E3312865}"/>
          </ac:picMkLst>
        </pc:picChg>
        <pc:picChg chg="add mod">
          <ac:chgData name="Ky" userId="5407a4ac-8bce-441f-bfcf-dce97edd8be4" providerId="ADAL" clId="{4208D341-F035-470B-9618-E879346D5E5C}" dt="2025-03-18T08:37:56.702" v="2542" actId="1076"/>
          <ac:picMkLst>
            <pc:docMk/>
            <pc:sldMk cId="159002024" sldId="763"/>
            <ac:picMk id="16" creationId="{C5770C02-73E3-C367-A096-1623EA84BB3A}"/>
          </ac:picMkLst>
        </pc:picChg>
        <pc:cxnChg chg="add mod">
          <ac:chgData name="Ky" userId="5407a4ac-8bce-441f-bfcf-dce97edd8be4" providerId="ADAL" clId="{4208D341-F035-470B-9618-E879346D5E5C}" dt="2025-03-18T08:45:03.652" v="2637" actId="14100"/>
          <ac:cxnSpMkLst>
            <pc:docMk/>
            <pc:sldMk cId="159002024" sldId="763"/>
            <ac:cxnSpMk id="2" creationId="{B62D813A-DEC9-B0FB-41FB-9B4EDDE5FA69}"/>
          </ac:cxnSpMkLst>
        </pc:cxnChg>
        <pc:cxnChg chg="add mod">
          <ac:chgData name="Ky" userId="5407a4ac-8bce-441f-bfcf-dce97edd8be4" providerId="ADAL" clId="{4208D341-F035-470B-9618-E879346D5E5C}" dt="2025-03-18T08:44:02.704" v="2626" actId="14100"/>
          <ac:cxnSpMkLst>
            <pc:docMk/>
            <pc:sldMk cId="159002024" sldId="763"/>
            <ac:cxnSpMk id="25" creationId="{EE5060F8-34E9-1A1D-CCCD-6876611A00D8}"/>
          </ac:cxnSpMkLst>
        </pc:cxnChg>
        <pc:cxnChg chg="add mod">
          <ac:chgData name="Ky" userId="5407a4ac-8bce-441f-bfcf-dce97edd8be4" providerId="ADAL" clId="{4208D341-F035-470B-9618-E879346D5E5C}" dt="2025-03-18T08:43:16.468" v="2618" actId="1076"/>
          <ac:cxnSpMkLst>
            <pc:docMk/>
            <pc:sldMk cId="159002024" sldId="763"/>
            <ac:cxnSpMk id="39" creationId="{5B2FC9D4-7658-8757-709F-A5CD6A74F2E7}"/>
          </ac:cxnSpMkLst>
        </pc:cxnChg>
        <pc:cxnChg chg="add mod">
          <ac:chgData name="Ky" userId="5407a4ac-8bce-441f-bfcf-dce97edd8be4" providerId="ADAL" clId="{4208D341-F035-470B-9618-E879346D5E5C}" dt="2025-03-18T08:40:36.068" v="2589" actId="14100"/>
          <ac:cxnSpMkLst>
            <pc:docMk/>
            <pc:sldMk cId="159002024" sldId="763"/>
            <ac:cxnSpMk id="47" creationId="{FCF516B6-A0CB-BA5B-E01A-9CC9BE07C52E}"/>
          </ac:cxnSpMkLst>
        </pc:cxnChg>
        <pc:cxnChg chg="add mod">
          <ac:chgData name="Ky" userId="5407a4ac-8bce-441f-bfcf-dce97edd8be4" providerId="ADAL" clId="{4208D341-F035-470B-9618-E879346D5E5C}" dt="2025-03-18T08:42:26.019" v="2612" actId="14100"/>
          <ac:cxnSpMkLst>
            <pc:docMk/>
            <pc:sldMk cId="159002024" sldId="763"/>
            <ac:cxnSpMk id="51" creationId="{6478457B-41E0-02ED-3A57-E7C1434E895A}"/>
          </ac:cxnSpMkLst>
        </pc:cxnChg>
        <pc:cxnChg chg="add mod ord">
          <ac:chgData name="Ky" userId="5407a4ac-8bce-441f-bfcf-dce97edd8be4" providerId="ADAL" clId="{4208D341-F035-470B-9618-E879346D5E5C}" dt="2025-03-19T02:31:22.678" v="3084" actId="166"/>
          <ac:cxnSpMkLst>
            <pc:docMk/>
            <pc:sldMk cId="159002024" sldId="763"/>
            <ac:cxnSpMk id="56" creationId="{A0E59BF6-5F38-D704-F611-060F35EDEA46}"/>
          </ac:cxnSpMkLst>
        </pc:cxnChg>
        <pc:cxnChg chg="add mod">
          <ac:chgData name="Ky" userId="5407a4ac-8bce-441f-bfcf-dce97edd8be4" providerId="ADAL" clId="{4208D341-F035-470B-9618-E879346D5E5C}" dt="2025-03-19T02:31:43.900" v="3087" actId="693"/>
          <ac:cxnSpMkLst>
            <pc:docMk/>
            <pc:sldMk cId="159002024" sldId="763"/>
            <ac:cxnSpMk id="61" creationId="{098BA6E1-F9A8-590B-6544-7C10EA45E7EE}"/>
          </ac:cxnSpMkLst>
        </pc:cxnChg>
        <pc:cxnChg chg="add mod">
          <ac:chgData name="Ky" userId="5407a4ac-8bce-441f-bfcf-dce97edd8be4" providerId="ADAL" clId="{4208D341-F035-470B-9618-E879346D5E5C}" dt="2025-03-19T02:31:38.232" v="3086" actId="693"/>
          <ac:cxnSpMkLst>
            <pc:docMk/>
            <pc:sldMk cId="159002024" sldId="763"/>
            <ac:cxnSpMk id="66" creationId="{35943A63-905B-A0A7-D01E-5DD467F9F803}"/>
          </ac:cxnSpMkLst>
        </pc:cxnChg>
      </pc:sldChg>
      <pc:sldChg chg="addSp delSp modSp add mod">
        <pc:chgData name="Ky" userId="5407a4ac-8bce-441f-bfcf-dce97edd8be4" providerId="ADAL" clId="{4208D341-F035-470B-9618-E879346D5E5C}" dt="2025-03-19T07:38:16.192" v="3238" actId="108"/>
        <pc:sldMkLst>
          <pc:docMk/>
          <pc:sldMk cId="1848567865" sldId="764"/>
        </pc:sldMkLst>
        <pc:spChg chg="mod ord">
          <ac:chgData name="Ky" userId="5407a4ac-8bce-441f-bfcf-dce97edd8be4" providerId="ADAL" clId="{4208D341-F035-470B-9618-E879346D5E5C}" dt="2025-03-18T09:45:56.569" v="2695" actId="1035"/>
          <ac:spMkLst>
            <pc:docMk/>
            <pc:sldMk cId="1848567865" sldId="764"/>
            <ac:spMk id="7" creationId="{B837E3D7-429D-665E-9FB9-7C9E2AF344DA}"/>
          </ac:spMkLst>
        </pc:spChg>
        <pc:spChg chg="mod ord">
          <ac:chgData name="Ky" userId="5407a4ac-8bce-441f-bfcf-dce97edd8be4" providerId="ADAL" clId="{4208D341-F035-470B-9618-E879346D5E5C}" dt="2025-03-18T09:45:56.569" v="2695" actId="1035"/>
          <ac:spMkLst>
            <pc:docMk/>
            <pc:sldMk cId="1848567865" sldId="764"/>
            <ac:spMk id="9" creationId="{3199CA1A-E558-D645-CD96-BAC487FDE331}"/>
          </ac:spMkLst>
        </pc:spChg>
        <pc:picChg chg="add mod modCrop">
          <ac:chgData name="Ky" userId="5407a4ac-8bce-441f-bfcf-dce97edd8be4" providerId="ADAL" clId="{4208D341-F035-470B-9618-E879346D5E5C}" dt="2025-03-19T07:38:16.192" v="3238" actId="108"/>
          <ac:picMkLst>
            <pc:docMk/>
            <pc:sldMk cId="1848567865" sldId="764"/>
            <ac:picMk id="3" creationId="{7D5AF2B3-61C7-174F-18D0-E7F1BCFC874E}"/>
          </ac:picMkLst>
        </pc:picChg>
        <pc:cxnChg chg="mod ord">
          <ac:chgData name="Ky" userId="5407a4ac-8bce-441f-bfcf-dce97edd8be4" providerId="ADAL" clId="{4208D341-F035-470B-9618-E879346D5E5C}" dt="2025-03-18T09:45:56.569" v="2695" actId="1035"/>
          <ac:cxnSpMkLst>
            <pc:docMk/>
            <pc:sldMk cId="1848567865" sldId="764"/>
            <ac:cxnSpMk id="25" creationId="{E47F2035-ED2A-4257-D792-BE674D0CB238}"/>
          </ac:cxnSpMkLst>
        </pc:cxnChg>
      </pc:sldChg>
      <pc:sldChg chg="addSp delSp modSp add mod">
        <pc:chgData name="Ky" userId="5407a4ac-8bce-441f-bfcf-dce97edd8be4" providerId="ADAL" clId="{4208D341-F035-470B-9618-E879346D5E5C}" dt="2025-03-18T10:50:56.556" v="2775" actId="1076"/>
        <pc:sldMkLst>
          <pc:docMk/>
          <pc:sldMk cId="1538627064" sldId="765"/>
        </pc:sldMkLst>
        <pc:spChg chg="add mod">
          <ac:chgData name="Ky" userId="5407a4ac-8bce-441f-bfcf-dce97edd8be4" providerId="ADAL" clId="{4208D341-F035-470B-9618-E879346D5E5C}" dt="2025-03-18T10:50:56.556" v="2775" actId="1076"/>
          <ac:spMkLst>
            <pc:docMk/>
            <pc:sldMk cId="1538627064" sldId="765"/>
            <ac:spMk id="5" creationId="{07563AEA-B016-15D6-40C1-DF995F65E847}"/>
          </ac:spMkLst>
        </pc:spChg>
        <pc:spChg chg="mod">
          <ac:chgData name="Ky" userId="5407a4ac-8bce-441f-bfcf-dce97edd8be4" providerId="ADAL" clId="{4208D341-F035-470B-9618-E879346D5E5C}" dt="2025-03-18T10:50:56.556" v="2775" actId="1076"/>
          <ac:spMkLst>
            <pc:docMk/>
            <pc:sldMk cId="1538627064" sldId="765"/>
            <ac:spMk id="7" creationId="{DF2E1636-3B56-1F99-52B1-79FD21C2F708}"/>
          </ac:spMkLst>
        </pc:spChg>
        <pc:spChg chg="mod ord">
          <ac:chgData name="Ky" userId="5407a4ac-8bce-441f-bfcf-dce97edd8be4" providerId="ADAL" clId="{4208D341-F035-470B-9618-E879346D5E5C}" dt="2025-03-18T10:50:56.556" v="2775" actId="1076"/>
          <ac:spMkLst>
            <pc:docMk/>
            <pc:sldMk cId="1538627064" sldId="765"/>
            <ac:spMk id="9" creationId="{D4A61C93-E951-62BA-BFF0-519D76BA5184}"/>
          </ac:spMkLst>
        </pc:spChg>
        <pc:spChg chg="add mod">
          <ac:chgData name="Ky" userId="5407a4ac-8bce-441f-bfcf-dce97edd8be4" providerId="ADAL" clId="{4208D341-F035-470B-9618-E879346D5E5C}" dt="2025-03-18T10:50:56.556" v="2775" actId="1076"/>
          <ac:spMkLst>
            <pc:docMk/>
            <pc:sldMk cId="1538627064" sldId="765"/>
            <ac:spMk id="11" creationId="{5BB9BB3E-79D4-714B-F248-F2AD7EC67FC0}"/>
          </ac:spMkLst>
        </pc:spChg>
        <pc:spChg chg="add mod ord">
          <ac:chgData name="Ky" userId="5407a4ac-8bce-441f-bfcf-dce97edd8be4" providerId="ADAL" clId="{4208D341-F035-470B-9618-E879346D5E5C}" dt="2025-03-18T10:50:56.556" v="2775" actId="1076"/>
          <ac:spMkLst>
            <pc:docMk/>
            <pc:sldMk cId="1538627064" sldId="765"/>
            <ac:spMk id="19" creationId="{B0DB3A6C-13A4-4D19-C957-DD9BDE970E70}"/>
          </ac:spMkLst>
        </pc:spChg>
        <pc:spChg chg="add mod">
          <ac:chgData name="Ky" userId="5407a4ac-8bce-441f-bfcf-dce97edd8be4" providerId="ADAL" clId="{4208D341-F035-470B-9618-E879346D5E5C}" dt="2025-03-18T10:50:56.556" v="2775" actId="1076"/>
          <ac:spMkLst>
            <pc:docMk/>
            <pc:sldMk cId="1538627064" sldId="765"/>
            <ac:spMk id="21" creationId="{D154DB53-150D-8083-B725-88F53ACD5558}"/>
          </ac:spMkLst>
        </pc:spChg>
        <pc:picChg chg="add mod ord">
          <ac:chgData name="Ky" userId="5407a4ac-8bce-441f-bfcf-dce97edd8be4" providerId="ADAL" clId="{4208D341-F035-470B-9618-E879346D5E5C}" dt="2025-03-18T10:50:56.556" v="2775" actId="1076"/>
          <ac:picMkLst>
            <pc:docMk/>
            <pc:sldMk cId="1538627064" sldId="765"/>
            <ac:picMk id="4" creationId="{4E1D4DBE-539B-5A47-F33A-BBC745957A33}"/>
          </ac:picMkLst>
        </pc:picChg>
        <pc:picChg chg="add mod ord modCrop">
          <ac:chgData name="Ky" userId="5407a4ac-8bce-441f-bfcf-dce97edd8be4" providerId="ADAL" clId="{4208D341-F035-470B-9618-E879346D5E5C}" dt="2025-03-18T10:50:56.556" v="2775" actId="1076"/>
          <ac:picMkLst>
            <pc:docMk/>
            <pc:sldMk cId="1538627064" sldId="765"/>
            <ac:picMk id="13" creationId="{8E6A220D-A540-0513-4999-6F606B0DF8E5}"/>
          </ac:picMkLst>
        </pc:picChg>
        <pc:cxnChg chg="add mod">
          <ac:chgData name="Ky" userId="5407a4ac-8bce-441f-bfcf-dce97edd8be4" providerId="ADAL" clId="{4208D341-F035-470B-9618-E879346D5E5C}" dt="2025-03-18T10:50:56.556" v="2775" actId="1076"/>
          <ac:cxnSpMkLst>
            <pc:docMk/>
            <pc:sldMk cId="1538627064" sldId="765"/>
            <ac:cxnSpMk id="8" creationId="{3CB923D2-11B1-550F-2B5B-32A22CF3779B}"/>
          </ac:cxnSpMkLst>
        </pc:cxnChg>
        <pc:cxnChg chg="add mod ord">
          <ac:chgData name="Ky" userId="5407a4ac-8bce-441f-bfcf-dce97edd8be4" providerId="ADAL" clId="{4208D341-F035-470B-9618-E879346D5E5C}" dt="2025-03-18T10:50:19.435" v="2772" actId="14100"/>
          <ac:cxnSpMkLst>
            <pc:docMk/>
            <pc:sldMk cId="1538627064" sldId="765"/>
            <ac:cxnSpMk id="17" creationId="{B1ED4370-21AC-40FB-0DA9-284F4D019B23}"/>
          </ac:cxnSpMkLst>
        </pc:cxnChg>
        <pc:cxnChg chg="mod ord">
          <ac:chgData name="Ky" userId="5407a4ac-8bce-441f-bfcf-dce97edd8be4" providerId="ADAL" clId="{4208D341-F035-470B-9618-E879346D5E5C}" dt="2025-03-18T10:50:56.556" v="2775" actId="1076"/>
          <ac:cxnSpMkLst>
            <pc:docMk/>
            <pc:sldMk cId="1538627064" sldId="765"/>
            <ac:cxnSpMk id="25" creationId="{635B6B84-31E3-8778-3B0E-2240DE866B1C}"/>
          </ac:cxnSpMkLst>
        </pc:cxnChg>
      </pc:sldChg>
      <pc:sldChg chg="addSp delSp modSp add mod">
        <pc:chgData name="Ky" userId="5407a4ac-8bce-441f-bfcf-dce97edd8be4" providerId="ADAL" clId="{4208D341-F035-470B-9618-E879346D5E5C}" dt="2025-03-19T03:03:10.782" v="3159" actId="108"/>
        <pc:sldMkLst>
          <pc:docMk/>
          <pc:sldMk cId="841006904" sldId="766"/>
        </pc:sldMkLst>
        <pc:spChg chg="add mod">
          <ac:chgData name="Ky" userId="5407a4ac-8bce-441f-bfcf-dce97edd8be4" providerId="ADAL" clId="{4208D341-F035-470B-9618-E879346D5E5C}" dt="2025-03-18T11:08:27.083" v="2851" actId="14100"/>
          <ac:spMkLst>
            <pc:docMk/>
            <pc:sldMk cId="841006904" sldId="766"/>
            <ac:spMk id="6" creationId="{F3C5065E-6B60-1DC3-E056-E9B17C2CD178}"/>
          </ac:spMkLst>
        </pc:spChg>
        <pc:spChg chg="mod">
          <ac:chgData name="Ky" userId="5407a4ac-8bce-441f-bfcf-dce97edd8be4" providerId="ADAL" clId="{4208D341-F035-470B-9618-E879346D5E5C}" dt="2025-03-18T11:08:06.507" v="2846" actId="14100"/>
          <ac:spMkLst>
            <pc:docMk/>
            <pc:sldMk cId="841006904" sldId="766"/>
            <ac:spMk id="7" creationId="{72EC92B6-CE4F-73C5-AE8D-0AA6E67ECBFE}"/>
          </ac:spMkLst>
        </pc:spChg>
        <pc:spChg chg="mod">
          <ac:chgData name="Ky" userId="5407a4ac-8bce-441f-bfcf-dce97edd8be4" providerId="ADAL" clId="{4208D341-F035-470B-9618-E879346D5E5C}" dt="2025-03-18T11:10:27.005" v="2929" actId="14100"/>
          <ac:spMkLst>
            <pc:docMk/>
            <pc:sldMk cId="841006904" sldId="766"/>
            <ac:spMk id="9" creationId="{EBDF4D6C-1C4E-4ADA-E1D7-1A812F20A8F0}"/>
          </ac:spMkLst>
        </pc:spChg>
        <pc:spChg chg="add mod">
          <ac:chgData name="Ky" userId="5407a4ac-8bce-441f-bfcf-dce97edd8be4" providerId="ADAL" clId="{4208D341-F035-470B-9618-E879346D5E5C}" dt="2025-03-18T11:12:56.748" v="3018" actId="14100"/>
          <ac:spMkLst>
            <pc:docMk/>
            <pc:sldMk cId="841006904" sldId="766"/>
            <ac:spMk id="12" creationId="{41709510-1713-3A1D-24D2-5A6319EDEBC7}"/>
          </ac:spMkLst>
        </pc:spChg>
        <pc:spChg chg="add mod ord">
          <ac:chgData name="Ky" userId="5407a4ac-8bce-441f-bfcf-dce97edd8be4" providerId="ADAL" clId="{4208D341-F035-470B-9618-E879346D5E5C}" dt="2025-03-18T11:13:44.350" v="3027" actId="166"/>
          <ac:spMkLst>
            <pc:docMk/>
            <pc:sldMk cId="841006904" sldId="766"/>
            <ac:spMk id="14" creationId="{F22AD065-38B3-4DE5-58C9-2F35EFC7F9FF}"/>
          </ac:spMkLst>
        </pc:spChg>
        <pc:spChg chg="add mod">
          <ac:chgData name="Ky" userId="5407a4ac-8bce-441f-bfcf-dce97edd8be4" providerId="ADAL" clId="{4208D341-F035-470B-9618-E879346D5E5C}" dt="2025-03-18T11:12:12.423" v="2989" actId="14100"/>
          <ac:spMkLst>
            <pc:docMk/>
            <pc:sldMk cId="841006904" sldId="766"/>
            <ac:spMk id="16" creationId="{3E0440C9-FEE7-14E5-C9F3-8C52B441AE8A}"/>
          </ac:spMkLst>
        </pc:spChg>
        <pc:spChg chg="add mod ord">
          <ac:chgData name="Ky" userId="5407a4ac-8bce-441f-bfcf-dce97edd8be4" providerId="ADAL" clId="{4208D341-F035-470B-9618-E879346D5E5C}" dt="2025-03-18T11:18:14.766" v="3078" actId="20577"/>
          <ac:spMkLst>
            <pc:docMk/>
            <pc:sldMk cId="841006904" sldId="766"/>
            <ac:spMk id="18" creationId="{C5579CBA-1B76-5B28-0D9C-F6F953156B19}"/>
          </ac:spMkLst>
        </pc:spChg>
        <pc:spChg chg="add mod">
          <ac:chgData name="Ky" userId="5407a4ac-8bce-441f-bfcf-dce97edd8be4" providerId="ADAL" clId="{4208D341-F035-470B-9618-E879346D5E5C}" dt="2025-03-18T11:13:58.777" v="3032" actId="14100"/>
          <ac:spMkLst>
            <pc:docMk/>
            <pc:sldMk cId="841006904" sldId="766"/>
            <ac:spMk id="21" creationId="{76CA5F41-F001-F681-5FF9-7D8D10CE2E61}"/>
          </ac:spMkLst>
        </pc:spChg>
        <pc:picChg chg="add mod ord">
          <ac:chgData name="Ky" userId="5407a4ac-8bce-441f-bfcf-dce97edd8be4" providerId="ADAL" clId="{4208D341-F035-470B-9618-E879346D5E5C}" dt="2025-03-19T03:03:10.782" v="3159" actId="108"/>
          <ac:picMkLst>
            <pc:docMk/>
            <pc:sldMk cId="841006904" sldId="766"/>
            <ac:picMk id="4" creationId="{B46901FC-FE94-1DAF-CBF5-EFF30A6BB40B}"/>
          </ac:picMkLst>
        </pc:picChg>
        <pc:cxnChg chg="add mod ord">
          <ac:chgData name="Ky" userId="5407a4ac-8bce-441f-bfcf-dce97edd8be4" providerId="ADAL" clId="{4208D341-F035-470B-9618-E879346D5E5C}" dt="2025-03-18T11:13:38.948" v="3026" actId="166"/>
          <ac:cxnSpMkLst>
            <pc:docMk/>
            <pc:sldMk cId="841006904" sldId="766"/>
            <ac:cxnSpMk id="13" creationId="{CF981D9C-3206-DDD3-E0B3-C353A97AFBFA}"/>
          </ac:cxnSpMkLst>
        </pc:cxnChg>
        <pc:cxnChg chg="add mod ord">
          <ac:chgData name="Ky" userId="5407a4ac-8bce-441f-bfcf-dce97edd8be4" providerId="ADAL" clId="{4208D341-F035-470B-9618-E879346D5E5C}" dt="2025-03-18T11:14:12.010" v="3036" actId="1076"/>
          <ac:cxnSpMkLst>
            <pc:docMk/>
            <pc:sldMk cId="841006904" sldId="766"/>
            <ac:cxnSpMk id="20" creationId="{5559A408-C120-4C9D-C018-61321450C6F0}"/>
          </ac:cxnSpMkLst>
        </pc:cxnChg>
        <pc:cxnChg chg="mod">
          <ac:chgData name="Ky" userId="5407a4ac-8bce-441f-bfcf-dce97edd8be4" providerId="ADAL" clId="{4208D341-F035-470B-9618-E879346D5E5C}" dt="2025-03-18T11:07:07.883" v="2786" actId="14100"/>
          <ac:cxnSpMkLst>
            <pc:docMk/>
            <pc:sldMk cId="841006904" sldId="766"/>
            <ac:cxnSpMk id="25" creationId="{7F5BE3B9-8416-244C-C30B-A6AC804808BD}"/>
          </ac:cxnSpMkLst>
        </pc:cxnChg>
      </pc:sldChg>
      <pc:sldChg chg="addSp delSp modSp add mod">
        <pc:chgData name="Ky" userId="5407a4ac-8bce-441f-bfcf-dce97edd8be4" providerId="ADAL" clId="{4208D341-F035-470B-9618-E879346D5E5C}" dt="2025-03-19T07:20:14.547" v="3226" actId="1076"/>
        <pc:sldMkLst>
          <pc:docMk/>
          <pc:sldMk cId="3746563505" sldId="767"/>
        </pc:sldMkLst>
        <pc:spChg chg="mod">
          <ac:chgData name="Ky" userId="5407a4ac-8bce-441f-bfcf-dce97edd8be4" providerId="ADAL" clId="{4208D341-F035-470B-9618-E879346D5E5C}" dt="2025-03-19T07:20:04.519" v="3224" actId="14100"/>
          <ac:spMkLst>
            <pc:docMk/>
            <pc:sldMk cId="3746563505" sldId="767"/>
            <ac:spMk id="7" creationId="{17D04DF1-132E-0F09-D136-F3798E93207A}"/>
          </ac:spMkLst>
        </pc:spChg>
        <pc:spChg chg="mod">
          <ac:chgData name="Ky" userId="5407a4ac-8bce-441f-bfcf-dce97edd8be4" providerId="ADAL" clId="{4208D341-F035-470B-9618-E879346D5E5C}" dt="2025-03-19T03:10:49.135" v="3200" actId="1076"/>
          <ac:spMkLst>
            <pc:docMk/>
            <pc:sldMk cId="3746563505" sldId="767"/>
            <ac:spMk id="9" creationId="{97C0A4EB-DEFB-7D1B-95C4-9B0DD38BA692}"/>
          </ac:spMkLst>
        </pc:spChg>
        <pc:picChg chg="add mod ord">
          <ac:chgData name="Ky" userId="5407a4ac-8bce-441f-bfcf-dce97edd8be4" providerId="ADAL" clId="{4208D341-F035-470B-9618-E879346D5E5C}" dt="2025-03-19T03:11:19.308" v="3201" actId="108"/>
          <ac:picMkLst>
            <pc:docMk/>
            <pc:sldMk cId="3746563505" sldId="767"/>
            <ac:picMk id="4" creationId="{85A5A6A3-920B-D99A-2DA0-8B72D195E7F7}"/>
          </ac:picMkLst>
        </pc:picChg>
        <pc:cxnChg chg="mod">
          <ac:chgData name="Ky" userId="5407a4ac-8bce-441f-bfcf-dce97edd8be4" providerId="ADAL" clId="{4208D341-F035-470B-9618-E879346D5E5C}" dt="2025-03-19T07:20:14.547" v="3226" actId="1076"/>
          <ac:cxnSpMkLst>
            <pc:docMk/>
            <pc:sldMk cId="3746563505" sldId="767"/>
            <ac:cxnSpMk id="25" creationId="{54E819B2-C347-B41B-9FA7-61132A90DFE9}"/>
          </ac:cxnSpMkLst>
        </pc:cxnChg>
      </pc:sldChg>
      <pc:sldChg chg="addSp delSp modSp add mod">
        <pc:chgData name="Ky" userId="5407a4ac-8bce-441f-bfcf-dce97edd8be4" providerId="ADAL" clId="{4208D341-F035-470B-9618-E879346D5E5C}" dt="2025-03-19T07:59:31.811" v="3248" actId="108"/>
        <pc:sldMkLst>
          <pc:docMk/>
          <pc:sldMk cId="2970544089" sldId="768"/>
        </pc:sldMkLst>
        <pc:spChg chg="mod ord">
          <ac:chgData name="Ky" userId="5407a4ac-8bce-441f-bfcf-dce97edd8be4" providerId="ADAL" clId="{4208D341-F035-470B-9618-E879346D5E5C}" dt="2025-03-19T07:22:16.039" v="3236" actId="14100"/>
          <ac:spMkLst>
            <pc:docMk/>
            <pc:sldMk cId="2970544089" sldId="768"/>
            <ac:spMk id="7" creationId="{7C28B1F9-9FEB-A5D1-B4F7-D83392B3EC78}"/>
          </ac:spMkLst>
        </pc:spChg>
        <pc:spChg chg="mod ord">
          <ac:chgData name="Ky" userId="5407a4ac-8bce-441f-bfcf-dce97edd8be4" providerId="ADAL" clId="{4208D341-F035-470B-9618-E879346D5E5C}" dt="2025-03-19T07:37:54.193" v="3237" actId="1076"/>
          <ac:spMkLst>
            <pc:docMk/>
            <pc:sldMk cId="2970544089" sldId="768"/>
            <ac:spMk id="9" creationId="{1D3185E8-D491-A029-B5B6-320443F4F4DE}"/>
          </ac:spMkLst>
        </pc:spChg>
        <pc:picChg chg="add mod ord">
          <ac:chgData name="Ky" userId="5407a4ac-8bce-441f-bfcf-dce97edd8be4" providerId="ADAL" clId="{4208D341-F035-470B-9618-E879346D5E5C}" dt="2025-03-19T07:59:31.811" v="3248" actId="108"/>
          <ac:picMkLst>
            <pc:docMk/>
            <pc:sldMk cId="2970544089" sldId="768"/>
            <ac:picMk id="6" creationId="{BA1955A5-ADEB-5E87-7777-56EA0106590C}"/>
          </ac:picMkLst>
        </pc:picChg>
        <pc:cxnChg chg="mod ord">
          <ac:chgData name="Ky" userId="5407a4ac-8bce-441f-bfcf-dce97edd8be4" providerId="ADAL" clId="{4208D341-F035-470B-9618-E879346D5E5C}" dt="2025-03-19T07:22:12.243" v="3235" actId="1076"/>
          <ac:cxnSpMkLst>
            <pc:docMk/>
            <pc:sldMk cId="2970544089" sldId="768"/>
            <ac:cxnSpMk id="25" creationId="{D45DA334-0161-CDF7-5B8F-250B0349232A}"/>
          </ac:cxnSpMkLst>
        </pc:cxnChg>
      </pc:sldChg>
      <pc:sldChg chg="addSp modSp add mod">
        <pc:chgData name="Ky" userId="5407a4ac-8bce-441f-bfcf-dce97edd8be4" providerId="ADAL" clId="{4208D341-F035-470B-9618-E879346D5E5C}" dt="2025-03-19T09:06:14.400" v="3268" actId="20577"/>
        <pc:sldMkLst>
          <pc:docMk/>
          <pc:sldMk cId="1904216088" sldId="769"/>
        </pc:sldMkLst>
        <pc:spChg chg="add mod">
          <ac:chgData name="Ky" userId="5407a4ac-8bce-441f-bfcf-dce97edd8be4" providerId="ADAL" clId="{4208D341-F035-470B-9618-E879346D5E5C}" dt="2025-03-19T09:05:43.927" v="3261" actId="14100"/>
          <ac:spMkLst>
            <pc:docMk/>
            <pc:sldMk cId="1904216088" sldId="769"/>
            <ac:spMk id="3" creationId="{9715FE78-0A3F-3D6E-579F-77BEB1CE6BBF}"/>
          </ac:spMkLst>
        </pc:spChg>
        <pc:spChg chg="add mod">
          <ac:chgData name="Ky" userId="5407a4ac-8bce-441f-bfcf-dce97edd8be4" providerId="ADAL" clId="{4208D341-F035-470B-9618-E879346D5E5C}" dt="2025-03-19T09:06:14.400" v="3268" actId="20577"/>
          <ac:spMkLst>
            <pc:docMk/>
            <pc:sldMk cId="1904216088" sldId="769"/>
            <ac:spMk id="6" creationId="{66D0F0D3-0053-70D6-592C-0653F3E4FC70}"/>
          </ac:spMkLst>
        </pc:spChg>
        <pc:spChg chg="mod">
          <ac:chgData name="Ky" userId="5407a4ac-8bce-441f-bfcf-dce97edd8be4" providerId="ADAL" clId="{4208D341-F035-470B-9618-E879346D5E5C}" dt="2025-03-19T09:04:11.923" v="3251" actId="14100"/>
          <ac:spMkLst>
            <pc:docMk/>
            <pc:sldMk cId="1904216088" sldId="769"/>
            <ac:spMk id="7" creationId="{EB09607C-053E-CAAC-9C59-ACB0F083CA3F}"/>
          </ac:spMkLst>
        </pc:spChg>
        <pc:spChg chg="mod">
          <ac:chgData name="Ky" userId="5407a4ac-8bce-441f-bfcf-dce97edd8be4" providerId="ADAL" clId="{4208D341-F035-470B-9618-E879346D5E5C}" dt="2025-03-19T09:04:38.297" v="3257" actId="1076"/>
          <ac:spMkLst>
            <pc:docMk/>
            <pc:sldMk cId="1904216088" sldId="769"/>
            <ac:spMk id="9" creationId="{9A687289-B1E6-8DC9-FD33-64D49B345940}"/>
          </ac:spMkLst>
        </pc:spChg>
        <pc:cxnChg chg="add mod">
          <ac:chgData name="Ky" userId="5407a4ac-8bce-441f-bfcf-dce97edd8be4" providerId="ADAL" clId="{4208D341-F035-470B-9618-E879346D5E5C}" dt="2025-03-19T09:06:08.200" v="3266" actId="14100"/>
          <ac:cxnSpMkLst>
            <pc:docMk/>
            <pc:sldMk cId="1904216088" sldId="769"/>
            <ac:cxnSpMk id="5" creationId="{643A7528-C53D-798B-C392-168C664C93C5}"/>
          </ac:cxnSpMkLst>
        </pc:cxnChg>
        <pc:cxnChg chg="mod">
          <ac:chgData name="Ky" userId="5407a4ac-8bce-441f-bfcf-dce97edd8be4" providerId="ADAL" clId="{4208D341-F035-470B-9618-E879346D5E5C}" dt="2025-03-19T09:04:34.066" v="3256" actId="1076"/>
          <ac:cxnSpMkLst>
            <pc:docMk/>
            <pc:sldMk cId="1904216088" sldId="769"/>
            <ac:cxnSpMk id="25" creationId="{53198C84-2953-397C-20E0-E3A6801AEDF3}"/>
          </ac:cxnSpMkLst>
        </pc:cxnChg>
      </pc:sldChg>
      <pc:sldChg chg="addSp delSp modSp add mod">
        <pc:chgData name="Ky" userId="5407a4ac-8bce-441f-bfcf-dce97edd8be4" providerId="ADAL" clId="{4208D341-F035-470B-9618-E879346D5E5C}" dt="2025-03-20T02:33:44.767" v="3371" actId="1076"/>
        <pc:sldMkLst>
          <pc:docMk/>
          <pc:sldMk cId="3619010479" sldId="770"/>
        </pc:sldMkLst>
        <pc:spChg chg="add mod">
          <ac:chgData name="Ky" userId="5407a4ac-8bce-441f-bfcf-dce97edd8be4" providerId="ADAL" clId="{4208D341-F035-470B-9618-E879346D5E5C}" dt="2025-03-20T02:33:39.458" v="3370" actId="1036"/>
          <ac:spMkLst>
            <pc:docMk/>
            <pc:sldMk cId="3619010479" sldId="770"/>
            <ac:spMk id="2" creationId="{40AC1CCA-ADBF-B9F6-1999-74BB23971F8F}"/>
          </ac:spMkLst>
        </pc:spChg>
        <pc:spChg chg="mod">
          <ac:chgData name="Ky" userId="5407a4ac-8bce-441f-bfcf-dce97edd8be4" providerId="ADAL" clId="{4208D341-F035-470B-9618-E879346D5E5C}" dt="2025-03-19T09:29:18.795" v="3290" actId="14100"/>
          <ac:spMkLst>
            <pc:docMk/>
            <pc:sldMk cId="3619010479" sldId="770"/>
            <ac:spMk id="3" creationId="{EC4E8CCB-F75D-864A-A31C-5B49F72A667D}"/>
          </ac:spMkLst>
        </pc:spChg>
        <pc:spChg chg="mod">
          <ac:chgData name="Ky" userId="5407a4ac-8bce-441f-bfcf-dce97edd8be4" providerId="ADAL" clId="{4208D341-F035-470B-9618-E879346D5E5C}" dt="2025-03-19T09:35:32.874" v="3350" actId="20577"/>
          <ac:spMkLst>
            <pc:docMk/>
            <pc:sldMk cId="3619010479" sldId="770"/>
            <ac:spMk id="6" creationId="{22FBC607-9C6B-7D02-52B9-3B9612205501}"/>
          </ac:spMkLst>
        </pc:spChg>
        <pc:spChg chg="mod">
          <ac:chgData name="Ky" userId="5407a4ac-8bce-441f-bfcf-dce97edd8be4" providerId="ADAL" clId="{4208D341-F035-470B-9618-E879346D5E5C}" dt="2025-03-19T09:28:39.749" v="3279" actId="14100"/>
          <ac:spMkLst>
            <pc:docMk/>
            <pc:sldMk cId="3619010479" sldId="770"/>
            <ac:spMk id="7" creationId="{3B5140E0-302C-F3EC-392A-7703386BBC1A}"/>
          </ac:spMkLst>
        </pc:spChg>
        <pc:spChg chg="mod">
          <ac:chgData name="Ky" userId="5407a4ac-8bce-441f-bfcf-dce97edd8be4" providerId="ADAL" clId="{4208D341-F035-470B-9618-E879346D5E5C}" dt="2025-03-19T09:28:57.804" v="3284" actId="20577"/>
          <ac:spMkLst>
            <pc:docMk/>
            <pc:sldMk cId="3619010479" sldId="770"/>
            <ac:spMk id="9" creationId="{502CC730-2510-A7FC-6FDB-DB62913E81BC}"/>
          </ac:spMkLst>
        </pc:spChg>
        <pc:spChg chg="add mod ord">
          <ac:chgData name="Ky" userId="5407a4ac-8bce-441f-bfcf-dce97edd8be4" providerId="ADAL" clId="{4208D341-F035-470B-9618-E879346D5E5C}" dt="2025-03-19T09:35:29.818" v="3348" actId="20577"/>
          <ac:spMkLst>
            <pc:docMk/>
            <pc:sldMk cId="3619010479" sldId="770"/>
            <ac:spMk id="22" creationId="{77D76DAF-BD7F-D0F1-3D39-1E94763C9C29}"/>
          </ac:spMkLst>
        </pc:spChg>
        <pc:spChg chg="add mod">
          <ac:chgData name="Ky" userId="5407a4ac-8bce-441f-bfcf-dce97edd8be4" providerId="ADAL" clId="{4208D341-F035-470B-9618-E879346D5E5C}" dt="2025-03-20T02:32:35.141" v="3356" actId="14100"/>
          <ac:spMkLst>
            <pc:docMk/>
            <pc:sldMk cId="3619010479" sldId="770"/>
            <ac:spMk id="27" creationId="{A5AE6FE9-A905-0C10-0F98-CD4819A8C474}"/>
          </ac:spMkLst>
        </pc:spChg>
        <pc:picChg chg="add mod ord">
          <ac:chgData name="Ky" userId="5407a4ac-8bce-441f-bfcf-dce97edd8be4" providerId="ADAL" clId="{4208D341-F035-470B-9618-E879346D5E5C}" dt="2025-03-19T09:29:37.274" v="3292" actId="108"/>
          <ac:picMkLst>
            <pc:docMk/>
            <pc:sldMk cId="3619010479" sldId="770"/>
            <ac:picMk id="8" creationId="{15911A27-B520-F336-B942-62BD199ECECC}"/>
          </ac:picMkLst>
        </pc:picChg>
        <pc:cxnChg chg="mod">
          <ac:chgData name="Ky" userId="5407a4ac-8bce-441f-bfcf-dce97edd8be4" providerId="ADAL" clId="{4208D341-F035-470B-9618-E879346D5E5C}" dt="2025-03-19T09:31:50.626" v="3308" actId="14100"/>
          <ac:cxnSpMkLst>
            <pc:docMk/>
            <pc:sldMk cId="3619010479" sldId="770"/>
            <ac:cxnSpMk id="5" creationId="{CD2E2EC2-C3BF-ACC6-AE85-6D5E119A51E4}"/>
          </ac:cxnSpMkLst>
        </pc:cxnChg>
        <pc:cxnChg chg="add mod">
          <ac:chgData name="Ky" userId="5407a4ac-8bce-441f-bfcf-dce97edd8be4" providerId="ADAL" clId="{4208D341-F035-470B-9618-E879346D5E5C}" dt="2025-03-19T09:31:37.517" v="3306" actId="14100"/>
          <ac:cxnSpMkLst>
            <pc:docMk/>
            <pc:sldMk cId="3619010479" sldId="770"/>
            <ac:cxnSpMk id="11" creationId="{C9260699-A776-A6B7-FBD7-AF1A527F1F75}"/>
          </ac:cxnSpMkLst>
        </pc:cxnChg>
        <pc:cxnChg chg="add mod">
          <ac:chgData name="Ky" userId="5407a4ac-8bce-441f-bfcf-dce97edd8be4" providerId="ADAL" clId="{4208D341-F035-470B-9618-E879346D5E5C}" dt="2025-03-19T09:31:42.146" v="3307" actId="14100"/>
          <ac:cxnSpMkLst>
            <pc:docMk/>
            <pc:sldMk cId="3619010479" sldId="770"/>
            <ac:cxnSpMk id="12" creationId="{49DC0082-161C-28BE-747A-27CD3548BBA2}"/>
          </ac:cxnSpMkLst>
        </pc:cxnChg>
        <pc:cxnChg chg="add mod">
          <ac:chgData name="Ky" userId="5407a4ac-8bce-441f-bfcf-dce97edd8be4" providerId="ADAL" clId="{4208D341-F035-470B-9618-E879346D5E5C}" dt="2025-03-19T09:31:27.962" v="3305" actId="1076"/>
          <ac:cxnSpMkLst>
            <pc:docMk/>
            <pc:sldMk cId="3619010479" sldId="770"/>
            <ac:cxnSpMk id="17" creationId="{3F47DF32-3BE7-DAB6-571C-EA20E4E224BE}"/>
          </ac:cxnSpMkLst>
        </pc:cxnChg>
        <pc:cxnChg chg="mod">
          <ac:chgData name="Ky" userId="5407a4ac-8bce-441f-bfcf-dce97edd8be4" providerId="ADAL" clId="{4208D341-F035-470B-9618-E879346D5E5C}" dt="2025-03-19T09:28:54.745" v="3282" actId="1076"/>
          <ac:cxnSpMkLst>
            <pc:docMk/>
            <pc:sldMk cId="3619010479" sldId="770"/>
            <ac:cxnSpMk id="25" creationId="{F27991C8-C031-2D4E-ABD9-BBD1B9B14539}"/>
          </ac:cxnSpMkLst>
        </pc:cxnChg>
        <pc:cxnChg chg="add mod">
          <ac:chgData name="Ky" userId="5407a4ac-8bce-441f-bfcf-dce97edd8be4" providerId="ADAL" clId="{4208D341-F035-470B-9618-E879346D5E5C}" dt="2025-03-19T09:35:08.292" v="3341" actId="1076"/>
          <ac:cxnSpMkLst>
            <pc:docMk/>
            <pc:sldMk cId="3619010479" sldId="770"/>
            <ac:cxnSpMk id="28" creationId="{6E5AC0D7-91C7-ACEB-D992-A8E7322D52C8}"/>
          </ac:cxnSpMkLst>
        </pc:cxnChg>
        <pc:cxnChg chg="add mod ord">
          <ac:chgData name="Ky" userId="5407a4ac-8bce-441f-bfcf-dce97edd8be4" providerId="ADAL" clId="{4208D341-F035-470B-9618-E879346D5E5C}" dt="2025-03-20T02:33:44.767" v="3371" actId="1076"/>
          <ac:cxnSpMkLst>
            <pc:docMk/>
            <pc:sldMk cId="3619010479" sldId="770"/>
            <ac:cxnSpMk id="32" creationId="{06054CBC-D7C0-CAA4-7FCA-53B466FE746A}"/>
          </ac:cxnSpMkLst>
        </pc:cxnChg>
      </pc:sldChg>
      <pc:sldChg chg="addSp delSp modSp add mod">
        <pc:chgData name="Ky" userId="5407a4ac-8bce-441f-bfcf-dce97edd8be4" providerId="ADAL" clId="{4208D341-F035-470B-9618-E879346D5E5C}" dt="2025-03-20T02:36:29.875" v="3381" actId="108"/>
        <pc:sldMkLst>
          <pc:docMk/>
          <pc:sldMk cId="1993358992" sldId="771"/>
        </pc:sldMkLst>
        <pc:picChg chg="add mod">
          <ac:chgData name="Ky" userId="5407a4ac-8bce-441f-bfcf-dce97edd8be4" providerId="ADAL" clId="{4208D341-F035-470B-9618-E879346D5E5C}" dt="2025-03-20T02:36:29.875" v="3381" actId="108"/>
          <ac:picMkLst>
            <pc:docMk/>
            <pc:sldMk cId="1993358992" sldId="771"/>
            <ac:picMk id="8" creationId="{16BEDBCB-576B-8BBA-3700-6CB0C71994E2}"/>
          </ac:picMkLst>
        </pc:picChg>
      </pc:sldChg>
      <pc:sldChg chg="addSp delSp modSp add mod modAnim">
        <pc:chgData name="Ky" userId="5407a4ac-8bce-441f-bfcf-dce97edd8be4" providerId="ADAL" clId="{4208D341-F035-470B-9618-E879346D5E5C}" dt="2025-03-21T02:41:14.011" v="3389" actId="108"/>
        <pc:sldMkLst>
          <pc:docMk/>
          <pc:sldMk cId="1090455033" sldId="772"/>
        </pc:sldMkLst>
        <pc:picChg chg="add mod">
          <ac:chgData name="Ky" userId="5407a4ac-8bce-441f-bfcf-dce97edd8be4" providerId="ADAL" clId="{4208D341-F035-470B-9618-E879346D5E5C}" dt="2025-03-21T02:41:14.011" v="3389" actId="108"/>
          <ac:picMkLst>
            <pc:docMk/>
            <pc:sldMk cId="1090455033" sldId="772"/>
            <ac:picMk id="2" creationId="{58A2C29A-9B78-E16C-5CF1-8878F75A519E}"/>
          </ac:picMkLst>
        </pc:picChg>
      </pc:sldChg>
      <pc:sldChg chg="addSp delSp modSp add mod delAnim modAnim">
        <pc:chgData name="Ky" userId="5407a4ac-8bce-441f-bfcf-dce97edd8be4" providerId="ADAL" clId="{4208D341-F035-470B-9618-E879346D5E5C}" dt="2025-03-21T02:59:43.199" v="3399" actId="108"/>
        <pc:sldMkLst>
          <pc:docMk/>
          <pc:sldMk cId="3877654286" sldId="773"/>
        </pc:sldMkLst>
        <pc:picChg chg="add mod">
          <ac:chgData name="Ky" userId="5407a4ac-8bce-441f-bfcf-dce97edd8be4" providerId="ADAL" clId="{4208D341-F035-470B-9618-E879346D5E5C}" dt="2025-03-21T02:59:43.199" v="3399" actId="108"/>
          <ac:picMkLst>
            <pc:docMk/>
            <pc:sldMk cId="3877654286" sldId="773"/>
            <ac:picMk id="3" creationId="{FAB77EE2-7B6E-3CC3-28FC-0D70D0EAEACC}"/>
          </ac:picMkLst>
        </pc:picChg>
      </pc:sldChg>
      <pc:sldChg chg="addSp delSp modSp add mod delAnim modAnim">
        <pc:chgData name="Ky" userId="5407a4ac-8bce-441f-bfcf-dce97edd8be4" providerId="ADAL" clId="{4208D341-F035-470B-9618-E879346D5E5C}" dt="2025-03-21T03:16:03.174" v="3407" actId="108"/>
        <pc:sldMkLst>
          <pc:docMk/>
          <pc:sldMk cId="2215423509" sldId="774"/>
        </pc:sldMkLst>
        <pc:picChg chg="add mod">
          <ac:chgData name="Ky" userId="5407a4ac-8bce-441f-bfcf-dce97edd8be4" providerId="ADAL" clId="{4208D341-F035-470B-9618-E879346D5E5C}" dt="2025-03-21T03:16:03.174" v="3407" actId="108"/>
          <ac:picMkLst>
            <pc:docMk/>
            <pc:sldMk cId="2215423509" sldId="774"/>
            <ac:picMk id="2" creationId="{A56E6456-1469-5B97-683A-E1442904F037}"/>
          </ac:picMkLst>
        </pc:picChg>
      </pc:sldChg>
      <pc:sldChg chg="addSp delSp modSp add mod delAnim modAnim">
        <pc:chgData name="Ky" userId="5407a4ac-8bce-441f-bfcf-dce97edd8be4" providerId="ADAL" clId="{4208D341-F035-470B-9618-E879346D5E5C}" dt="2025-03-21T04:12:49.745" v="3415" actId="1076"/>
        <pc:sldMkLst>
          <pc:docMk/>
          <pc:sldMk cId="4025334173" sldId="775"/>
        </pc:sldMkLst>
        <pc:picChg chg="add mod">
          <ac:chgData name="Ky" userId="5407a4ac-8bce-441f-bfcf-dce97edd8be4" providerId="ADAL" clId="{4208D341-F035-470B-9618-E879346D5E5C}" dt="2025-03-21T04:12:49.745" v="3415" actId="1076"/>
          <ac:picMkLst>
            <pc:docMk/>
            <pc:sldMk cId="4025334173" sldId="775"/>
            <ac:picMk id="3" creationId="{BB22D870-2B5E-B671-83CF-764A4C287341}"/>
          </ac:picMkLst>
        </pc:picChg>
      </pc:sldChg>
      <pc:sldChg chg="addSp delSp modSp add mod">
        <pc:chgData name="Ky" userId="5407a4ac-8bce-441f-bfcf-dce97edd8be4" providerId="ADAL" clId="{4208D341-F035-470B-9618-E879346D5E5C}" dt="2025-03-21T10:31:57.633" v="3591" actId="14100"/>
        <pc:sldMkLst>
          <pc:docMk/>
          <pc:sldMk cId="1792666911" sldId="776"/>
        </pc:sldMkLst>
        <pc:spChg chg="mod ord">
          <ac:chgData name="Ky" userId="5407a4ac-8bce-441f-bfcf-dce97edd8be4" providerId="ADAL" clId="{4208D341-F035-470B-9618-E879346D5E5C}" dt="2025-03-21T10:23:30.211" v="3502" actId="1076"/>
          <ac:spMkLst>
            <pc:docMk/>
            <pc:sldMk cId="1792666911" sldId="776"/>
            <ac:spMk id="9" creationId="{60DEF835-0973-44C6-C7DB-8B07D4D3905C}"/>
          </ac:spMkLst>
        </pc:spChg>
        <pc:spChg chg="add mod">
          <ac:chgData name="Ky" userId="5407a4ac-8bce-441f-bfcf-dce97edd8be4" providerId="ADAL" clId="{4208D341-F035-470B-9618-E879346D5E5C}" dt="2025-03-21T10:23:40.002" v="3504" actId="1076"/>
          <ac:spMkLst>
            <pc:docMk/>
            <pc:sldMk cId="1792666911" sldId="776"/>
            <ac:spMk id="13" creationId="{C1C9CE89-3E71-04B1-2F47-52FEC2F13823}"/>
          </ac:spMkLst>
        </pc:spChg>
        <pc:spChg chg="add mod">
          <ac:chgData name="Ky" userId="5407a4ac-8bce-441f-bfcf-dce97edd8be4" providerId="ADAL" clId="{4208D341-F035-470B-9618-E879346D5E5C}" dt="2025-03-21T10:29:28.373" v="3545" actId="14100"/>
          <ac:spMkLst>
            <pc:docMk/>
            <pc:sldMk cId="1792666911" sldId="776"/>
            <ac:spMk id="35" creationId="{A45557A1-CF3F-C362-5EDE-822D41195C21}"/>
          </ac:spMkLst>
        </pc:spChg>
        <pc:spChg chg="add mod">
          <ac:chgData name="Ky" userId="5407a4ac-8bce-441f-bfcf-dce97edd8be4" providerId="ADAL" clId="{4208D341-F035-470B-9618-E879346D5E5C}" dt="2025-03-21T10:30:43.317" v="3579" actId="1076"/>
          <ac:spMkLst>
            <pc:docMk/>
            <pc:sldMk cId="1792666911" sldId="776"/>
            <ac:spMk id="36" creationId="{0F97B45C-7A50-6586-8F5A-FDFE5DD9C073}"/>
          </ac:spMkLst>
        </pc:spChg>
        <pc:spChg chg="add mod">
          <ac:chgData name="Ky" userId="5407a4ac-8bce-441f-bfcf-dce97edd8be4" providerId="ADAL" clId="{4208D341-F035-470B-9618-E879346D5E5C}" dt="2025-03-21T10:29:58.207" v="3570" actId="1037"/>
          <ac:spMkLst>
            <pc:docMk/>
            <pc:sldMk cId="1792666911" sldId="776"/>
            <ac:spMk id="37" creationId="{9B5D9EEA-CBE1-086F-4870-CDCD1CD29C20}"/>
          </ac:spMkLst>
        </pc:spChg>
        <pc:spChg chg="add mod">
          <ac:chgData name="Ky" userId="5407a4ac-8bce-441f-bfcf-dce97edd8be4" providerId="ADAL" clId="{4208D341-F035-470B-9618-E879346D5E5C}" dt="2025-03-21T10:30:29.816" v="3575" actId="14100"/>
          <ac:spMkLst>
            <pc:docMk/>
            <pc:sldMk cId="1792666911" sldId="776"/>
            <ac:spMk id="39" creationId="{9EECC9D8-B5BE-400A-C707-F58A2644FB88}"/>
          </ac:spMkLst>
        </pc:spChg>
        <pc:spChg chg="add mod ord">
          <ac:chgData name="Ky" userId="5407a4ac-8bce-441f-bfcf-dce97edd8be4" providerId="ADAL" clId="{4208D341-F035-470B-9618-E879346D5E5C}" dt="2025-03-21T10:31:24.098" v="3589" actId="1076"/>
          <ac:spMkLst>
            <pc:docMk/>
            <pc:sldMk cId="1792666911" sldId="776"/>
            <ac:spMk id="40" creationId="{150ACEE5-1A13-8C80-A72D-78080E2E47CA}"/>
          </ac:spMkLst>
        </pc:spChg>
        <pc:picChg chg="add mod ord">
          <ac:chgData name="Ky" userId="5407a4ac-8bce-441f-bfcf-dce97edd8be4" providerId="ADAL" clId="{4208D341-F035-470B-9618-E879346D5E5C}" dt="2025-03-21T10:31:57.633" v="3591" actId="14100"/>
          <ac:picMkLst>
            <pc:docMk/>
            <pc:sldMk cId="1792666911" sldId="776"/>
            <ac:picMk id="10" creationId="{8E8C52B7-50D8-92B6-A0C7-02D2538F00BA}"/>
          </ac:picMkLst>
        </pc:picChg>
        <pc:picChg chg="add mod modCrop">
          <ac:chgData name="Ky" userId="5407a4ac-8bce-441f-bfcf-dce97edd8be4" providerId="ADAL" clId="{4208D341-F035-470B-9618-E879346D5E5C}" dt="2025-03-21T10:28:15.546" v="3537" actId="732"/>
          <ac:picMkLst>
            <pc:docMk/>
            <pc:sldMk cId="1792666911" sldId="776"/>
            <ac:picMk id="29" creationId="{84406480-D137-68CC-95DE-F34BCA684453}"/>
          </ac:picMkLst>
        </pc:picChg>
        <pc:picChg chg="add del mod modCrop">
          <ac:chgData name="Ky" userId="5407a4ac-8bce-441f-bfcf-dce97edd8be4" providerId="ADAL" clId="{4208D341-F035-470B-9618-E879346D5E5C}" dt="2025-03-21T10:31:40.519" v="3590" actId="14100"/>
          <ac:picMkLst>
            <pc:docMk/>
            <pc:sldMk cId="1792666911" sldId="776"/>
            <ac:picMk id="31" creationId="{82C88DD0-E800-C9EB-F80B-9B51BC9251F4}"/>
          </ac:picMkLst>
        </pc:picChg>
        <pc:cxnChg chg="mod ord">
          <ac:chgData name="Ky" userId="5407a4ac-8bce-441f-bfcf-dce97edd8be4" providerId="ADAL" clId="{4208D341-F035-470B-9618-E879346D5E5C}" dt="2025-03-21T10:23:34.244" v="3503" actId="14100"/>
          <ac:cxnSpMkLst>
            <pc:docMk/>
            <pc:sldMk cId="1792666911" sldId="776"/>
            <ac:cxnSpMk id="25" creationId="{7BC28272-C74D-5531-C986-F597344935A3}"/>
          </ac:cxnSpMkLst>
        </pc:cxnChg>
        <pc:cxnChg chg="add mod">
          <ac:chgData name="Ky" userId="5407a4ac-8bce-441f-bfcf-dce97edd8be4" providerId="ADAL" clId="{4208D341-F035-470B-9618-E879346D5E5C}" dt="2025-03-21T10:29:00.846" v="3541" actId="1076"/>
          <ac:cxnSpMkLst>
            <pc:docMk/>
            <pc:sldMk cId="1792666911" sldId="776"/>
            <ac:cxnSpMk id="33" creationId="{30C8F357-E404-2527-A019-6569453D80C9}"/>
          </ac:cxnSpMkLst>
        </pc:cxnChg>
        <pc:cxnChg chg="add mod">
          <ac:chgData name="Ky" userId="5407a4ac-8bce-441f-bfcf-dce97edd8be4" providerId="ADAL" clId="{4208D341-F035-470B-9618-E879346D5E5C}" dt="2025-03-21T10:29:00.846" v="3541" actId="1076"/>
          <ac:cxnSpMkLst>
            <pc:docMk/>
            <pc:sldMk cId="1792666911" sldId="776"/>
            <ac:cxnSpMk id="34" creationId="{4F349723-3FB7-9154-938B-F14D196B96FC}"/>
          </ac:cxnSpMkLst>
        </pc:cxnChg>
        <pc:cxnChg chg="add mod">
          <ac:chgData name="Ky" userId="5407a4ac-8bce-441f-bfcf-dce97edd8be4" providerId="ADAL" clId="{4208D341-F035-470B-9618-E879346D5E5C}" dt="2025-03-21T10:30:09.767" v="3572" actId="1076"/>
          <ac:cxnSpMkLst>
            <pc:docMk/>
            <pc:sldMk cId="1792666911" sldId="776"/>
            <ac:cxnSpMk id="38" creationId="{9B47776B-C1F1-CD27-6714-7B8D1203BFFA}"/>
          </ac:cxnSpMkLst>
        </pc:cxnChg>
        <pc:cxnChg chg="add mod">
          <ac:chgData name="Ky" userId="5407a4ac-8bce-441f-bfcf-dce97edd8be4" providerId="ADAL" clId="{4208D341-F035-470B-9618-E879346D5E5C}" dt="2025-03-21T10:31:09.037" v="3586" actId="14100"/>
          <ac:cxnSpMkLst>
            <pc:docMk/>
            <pc:sldMk cId="1792666911" sldId="776"/>
            <ac:cxnSpMk id="41" creationId="{084EAE39-548B-6BE6-B5B1-F88C2AB0B7A4}"/>
          </ac:cxnSpMkLst>
        </pc:cxnChg>
      </pc:sldChg>
      <pc:sldChg chg="addSp delSp modSp add mod">
        <pc:chgData name="Ky" userId="5407a4ac-8bce-441f-bfcf-dce97edd8be4" providerId="ADAL" clId="{4208D341-F035-470B-9618-E879346D5E5C}" dt="2025-03-24T07:11:08.723" v="3985"/>
        <pc:sldMkLst>
          <pc:docMk/>
          <pc:sldMk cId="3935344532" sldId="777"/>
        </pc:sldMkLst>
        <pc:spChg chg="add mod">
          <ac:chgData name="Ky" userId="5407a4ac-8bce-441f-bfcf-dce97edd8be4" providerId="ADAL" clId="{4208D341-F035-470B-9618-E879346D5E5C}" dt="2025-03-24T03:40:28.940" v="3621" actId="14100"/>
          <ac:spMkLst>
            <pc:docMk/>
            <pc:sldMk cId="3935344532" sldId="777"/>
            <ac:spMk id="7" creationId="{FA86FB24-3ABE-4487-712F-D49794CF9DB6}"/>
          </ac:spMkLst>
        </pc:spChg>
        <pc:spChg chg="mod">
          <ac:chgData name="Ky" userId="5407a4ac-8bce-441f-bfcf-dce97edd8be4" providerId="ADAL" clId="{4208D341-F035-470B-9618-E879346D5E5C}" dt="2025-03-24T03:37:58.179" v="3597" actId="1076"/>
          <ac:spMkLst>
            <pc:docMk/>
            <pc:sldMk cId="3935344532" sldId="777"/>
            <ac:spMk id="23" creationId="{C68A45DE-97D5-CF08-32BF-573B153CA516}"/>
          </ac:spMkLst>
        </pc:spChg>
        <pc:spChg chg="mod">
          <ac:chgData name="Ky" userId="5407a4ac-8bce-441f-bfcf-dce97edd8be4" providerId="ADAL" clId="{4208D341-F035-470B-9618-E879346D5E5C}" dt="2025-03-24T03:41:35.740" v="3628" actId="1076"/>
          <ac:spMkLst>
            <pc:docMk/>
            <pc:sldMk cId="3935344532" sldId="777"/>
            <ac:spMk id="37" creationId="{AEEA97DB-1212-5ED4-70E2-13DA991AAA50}"/>
          </ac:spMkLst>
        </pc:spChg>
        <pc:spChg chg="mod">
          <ac:chgData name="Ky" userId="5407a4ac-8bce-441f-bfcf-dce97edd8be4" providerId="ADAL" clId="{4208D341-F035-470B-9618-E879346D5E5C}" dt="2025-03-24T03:41:23.272" v="3626" actId="14100"/>
          <ac:spMkLst>
            <pc:docMk/>
            <pc:sldMk cId="3935344532" sldId="777"/>
            <ac:spMk id="38" creationId="{76E0CE59-03DB-2E4A-A2F5-5F4FFFCB28C8}"/>
          </ac:spMkLst>
        </pc:spChg>
        <pc:spChg chg="ord">
          <ac:chgData name="Ky" userId="5407a4ac-8bce-441f-bfcf-dce97edd8be4" providerId="ADAL" clId="{4208D341-F035-470B-9618-E879346D5E5C}" dt="2025-03-24T03:40:39.463" v="3624" actId="166"/>
          <ac:spMkLst>
            <pc:docMk/>
            <pc:sldMk cId="3935344532" sldId="777"/>
            <ac:spMk id="46" creationId="{1562D39C-34D0-182D-29FC-DF452349198A}"/>
          </ac:spMkLst>
        </pc:spChg>
        <pc:spChg chg="add mod">
          <ac:chgData name="Ky" userId="5407a4ac-8bce-441f-bfcf-dce97edd8be4" providerId="ADAL" clId="{4208D341-F035-470B-9618-E879346D5E5C}" dt="2025-03-24T03:48:49.756" v="3660" actId="693"/>
          <ac:spMkLst>
            <pc:docMk/>
            <pc:sldMk cId="3935344532" sldId="777"/>
            <ac:spMk id="49" creationId="{562B55ED-D2C8-364C-D88C-94C650D5C25C}"/>
          </ac:spMkLst>
        </pc:spChg>
        <pc:picChg chg="mod">
          <ac:chgData name="Ky" userId="5407a4ac-8bce-441f-bfcf-dce97edd8be4" providerId="ADAL" clId="{4208D341-F035-470B-9618-E879346D5E5C}" dt="2025-03-24T03:37:30.061" v="3593" actId="14826"/>
          <ac:picMkLst>
            <pc:docMk/>
            <pc:sldMk cId="3935344532" sldId="777"/>
            <ac:picMk id="3" creationId="{BFF986CE-AC6A-E11B-6A7F-1BD1AF1B95AB}"/>
          </ac:picMkLst>
        </pc:picChg>
        <pc:picChg chg="mod">
          <ac:chgData name="Ky" userId="5407a4ac-8bce-441f-bfcf-dce97edd8be4" providerId="ADAL" clId="{4208D341-F035-470B-9618-E879346D5E5C}" dt="2025-03-24T03:40:20.579" v="3619" actId="1076"/>
          <ac:picMkLst>
            <pc:docMk/>
            <pc:sldMk cId="3935344532" sldId="777"/>
            <ac:picMk id="15" creationId="{72A2A2B3-940F-5D35-E237-9310862276E2}"/>
          </ac:picMkLst>
        </pc:picChg>
        <pc:picChg chg="mod">
          <ac:chgData name="Ky" userId="5407a4ac-8bce-441f-bfcf-dce97edd8be4" providerId="ADAL" clId="{4208D341-F035-470B-9618-E879346D5E5C}" dt="2025-03-24T03:39:43.820" v="3607" actId="14826"/>
          <ac:picMkLst>
            <pc:docMk/>
            <pc:sldMk cId="3935344532" sldId="777"/>
            <ac:picMk id="16" creationId="{15D97889-E848-4640-4F8D-D5F5CB42757D}"/>
          </ac:picMkLst>
        </pc:picChg>
        <pc:cxnChg chg="add mod">
          <ac:chgData name="Ky" userId="5407a4ac-8bce-441f-bfcf-dce97edd8be4" providerId="ADAL" clId="{4208D341-F035-470B-9618-E879346D5E5C}" dt="2025-03-24T03:44:53.456" v="3652" actId="14100"/>
          <ac:cxnSpMkLst>
            <pc:docMk/>
            <pc:sldMk cId="3935344532" sldId="777"/>
            <ac:cxnSpMk id="9" creationId="{C46EC5B9-68CA-7F69-2B7A-ED8D14D9E4A5}"/>
          </ac:cxnSpMkLst>
        </pc:cxnChg>
        <pc:cxnChg chg="mod">
          <ac:chgData name="Ky" userId="5407a4ac-8bce-441f-bfcf-dce97edd8be4" providerId="ADAL" clId="{4208D341-F035-470B-9618-E879346D5E5C}" dt="2025-03-24T03:38:14.939" v="3600" actId="14100"/>
          <ac:cxnSpMkLst>
            <pc:docMk/>
            <pc:sldMk cId="3935344532" sldId="777"/>
            <ac:cxnSpMk id="25" creationId="{A144E7EF-4397-65EA-BD2E-0DD45AD01785}"/>
          </ac:cxnSpMkLst>
        </pc:cxnChg>
        <pc:cxnChg chg="add mod">
          <ac:chgData name="Ky" userId="5407a4ac-8bce-441f-bfcf-dce97edd8be4" providerId="ADAL" clId="{4208D341-F035-470B-9618-E879346D5E5C}" dt="2025-03-24T03:45:38.151" v="3656" actId="14100"/>
          <ac:cxnSpMkLst>
            <pc:docMk/>
            <pc:sldMk cId="3935344532" sldId="777"/>
            <ac:cxnSpMk id="36" creationId="{03EC7ECB-69EE-4F82-2DAF-1D26153149CC}"/>
          </ac:cxnSpMkLst>
        </pc:cxnChg>
        <pc:cxnChg chg="mod">
          <ac:chgData name="Ky" userId="5407a4ac-8bce-441f-bfcf-dce97edd8be4" providerId="ADAL" clId="{4208D341-F035-470B-9618-E879346D5E5C}" dt="2025-03-24T03:41:28.163" v="3627" actId="1076"/>
          <ac:cxnSpMkLst>
            <pc:docMk/>
            <pc:sldMk cId="3935344532" sldId="777"/>
            <ac:cxnSpMk id="39" creationId="{3AB0D1A7-36EB-9059-475A-5BDD7A55C561}"/>
          </ac:cxnSpMkLst>
        </pc:cxnChg>
        <pc:cxnChg chg="mod ord">
          <ac:chgData name="Ky" userId="5407a4ac-8bce-441f-bfcf-dce97edd8be4" providerId="ADAL" clId="{4208D341-F035-470B-9618-E879346D5E5C}" dt="2025-03-24T03:40:37.184" v="3623" actId="166"/>
          <ac:cxnSpMkLst>
            <pc:docMk/>
            <pc:sldMk cId="3935344532" sldId="777"/>
            <ac:cxnSpMk id="51" creationId="{760CEC83-BD0D-3212-AFFB-569E2EA54AC6}"/>
          </ac:cxnSpMkLst>
        </pc:cxnChg>
      </pc:sldChg>
      <pc:sldChg chg="addSp delSp modSp add mod">
        <pc:chgData name="Ky" userId="5407a4ac-8bce-441f-bfcf-dce97edd8be4" providerId="ADAL" clId="{4208D341-F035-470B-9618-E879346D5E5C}" dt="2025-03-24T08:24:08.060" v="4145" actId="14100"/>
        <pc:sldMkLst>
          <pc:docMk/>
          <pc:sldMk cId="61083105" sldId="778"/>
        </pc:sldMkLst>
        <pc:spChg chg="mod ord">
          <ac:chgData name="Ky" userId="5407a4ac-8bce-441f-bfcf-dce97edd8be4" providerId="ADAL" clId="{4208D341-F035-470B-9618-E879346D5E5C}" dt="2025-03-24T07:00:56.089" v="3935" actId="164"/>
          <ac:spMkLst>
            <pc:docMk/>
            <pc:sldMk cId="61083105" sldId="778"/>
            <ac:spMk id="6" creationId="{C6A3F057-0A6C-1817-23A5-2B75BE869BE8}"/>
          </ac:spMkLst>
        </pc:spChg>
        <pc:spChg chg="mod ord">
          <ac:chgData name="Ky" userId="5407a4ac-8bce-441f-bfcf-dce97edd8be4" providerId="ADAL" clId="{4208D341-F035-470B-9618-E879346D5E5C}" dt="2025-03-24T06:56:11.512" v="3903" actId="1076"/>
          <ac:spMkLst>
            <pc:docMk/>
            <pc:sldMk cId="61083105" sldId="778"/>
            <ac:spMk id="9" creationId="{0FA8DB46-AEB1-5454-6E81-8757A0EC864A}"/>
          </ac:spMkLst>
        </pc:spChg>
        <pc:spChg chg="add mod">
          <ac:chgData name="Ky" userId="5407a4ac-8bce-441f-bfcf-dce97edd8be4" providerId="ADAL" clId="{4208D341-F035-470B-9618-E879346D5E5C}" dt="2025-03-24T06:54:09.237" v="3878" actId="1038"/>
          <ac:spMkLst>
            <pc:docMk/>
            <pc:sldMk cId="61083105" sldId="778"/>
            <ac:spMk id="20" creationId="{7F2B5013-991F-81D4-4A6D-EE1338746FCE}"/>
          </ac:spMkLst>
        </pc:spChg>
        <pc:spChg chg="add mod">
          <ac:chgData name="Ky" userId="5407a4ac-8bce-441f-bfcf-dce97edd8be4" providerId="ADAL" clId="{4208D341-F035-470B-9618-E879346D5E5C}" dt="2025-03-24T07:07:28.166" v="3974" actId="1036"/>
          <ac:spMkLst>
            <pc:docMk/>
            <pc:sldMk cId="61083105" sldId="778"/>
            <ac:spMk id="27" creationId="{3D427A86-3656-3B78-538E-F416169B9917}"/>
          </ac:spMkLst>
        </pc:spChg>
        <pc:spChg chg="add mod ord topLvl">
          <ac:chgData name="Ky" userId="5407a4ac-8bce-441f-bfcf-dce97edd8be4" providerId="ADAL" clId="{4208D341-F035-470B-9618-E879346D5E5C}" dt="2025-03-24T07:06:53.609" v="3965" actId="1076"/>
          <ac:spMkLst>
            <pc:docMk/>
            <pc:sldMk cId="61083105" sldId="778"/>
            <ac:spMk id="32" creationId="{710303E0-6125-CC5F-EDE9-D5ABDAB8B28D}"/>
          </ac:spMkLst>
        </pc:spChg>
        <pc:spChg chg="add mod ord">
          <ac:chgData name="Ky" userId="5407a4ac-8bce-441f-bfcf-dce97edd8be4" providerId="ADAL" clId="{4208D341-F035-470B-9618-E879346D5E5C}" dt="2025-03-24T07:22:33.064" v="4039" actId="166"/>
          <ac:spMkLst>
            <pc:docMk/>
            <pc:sldMk cId="61083105" sldId="778"/>
            <ac:spMk id="51" creationId="{59CEFB8D-486A-B914-BEF1-A8D85AB3AE44}"/>
          </ac:spMkLst>
        </pc:spChg>
        <pc:spChg chg="add mod ord">
          <ac:chgData name="Ky" userId="5407a4ac-8bce-441f-bfcf-dce97edd8be4" providerId="ADAL" clId="{4208D341-F035-470B-9618-E879346D5E5C}" dt="2025-03-24T07:23:48.472" v="4048" actId="166"/>
          <ac:spMkLst>
            <pc:docMk/>
            <pc:sldMk cId="61083105" sldId="778"/>
            <ac:spMk id="59" creationId="{22FEE5D6-7E71-93F9-C673-78467C8DBA08}"/>
          </ac:spMkLst>
        </pc:spChg>
        <pc:spChg chg="add mod">
          <ac:chgData name="Ky" userId="5407a4ac-8bce-441f-bfcf-dce97edd8be4" providerId="ADAL" clId="{4208D341-F035-470B-9618-E879346D5E5C}" dt="2025-03-24T07:29:16.600" v="4064" actId="1076"/>
          <ac:spMkLst>
            <pc:docMk/>
            <pc:sldMk cId="61083105" sldId="778"/>
            <ac:spMk id="97" creationId="{C026F628-701B-D4D2-37D6-B68DB7A31FA9}"/>
          </ac:spMkLst>
        </pc:spChg>
        <pc:spChg chg="add mod">
          <ac:chgData name="Ky" userId="5407a4ac-8bce-441f-bfcf-dce97edd8be4" providerId="ADAL" clId="{4208D341-F035-470B-9618-E879346D5E5C}" dt="2025-03-24T07:29:36.141" v="4071" actId="1036"/>
          <ac:spMkLst>
            <pc:docMk/>
            <pc:sldMk cId="61083105" sldId="778"/>
            <ac:spMk id="99" creationId="{611400CE-DD4B-C1F8-D1C6-6909A0CAF314}"/>
          </ac:spMkLst>
        </pc:spChg>
        <pc:spChg chg="add mod">
          <ac:chgData name="Ky" userId="5407a4ac-8bce-441f-bfcf-dce97edd8be4" providerId="ADAL" clId="{4208D341-F035-470B-9618-E879346D5E5C}" dt="2025-03-24T07:30:26.074" v="4078" actId="14100"/>
          <ac:spMkLst>
            <pc:docMk/>
            <pc:sldMk cId="61083105" sldId="778"/>
            <ac:spMk id="101" creationId="{FE1F2C2F-E9B2-C933-BF51-FF9341A23317}"/>
          </ac:spMkLst>
        </pc:spChg>
        <pc:spChg chg="add mod">
          <ac:chgData name="Ky" userId="5407a4ac-8bce-441f-bfcf-dce97edd8be4" providerId="ADAL" clId="{4208D341-F035-470B-9618-E879346D5E5C}" dt="2025-03-24T08:24:08.060" v="4145" actId="14100"/>
          <ac:spMkLst>
            <pc:docMk/>
            <pc:sldMk cId="61083105" sldId="778"/>
            <ac:spMk id="105" creationId="{1ADC1D80-3FBF-1C12-D118-62DB2ADDEB4A}"/>
          </ac:spMkLst>
        </pc:spChg>
        <pc:grpChg chg="add mod">
          <ac:chgData name="Ky" userId="5407a4ac-8bce-441f-bfcf-dce97edd8be4" providerId="ADAL" clId="{4208D341-F035-470B-9618-E879346D5E5C}" dt="2025-03-24T07:06:19.978" v="3956" actId="1076"/>
          <ac:grpSpMkLst>
            <pc:docMk/>
            <pc:sldMk cId="61083105" sldId="778"/>
            <ac:grpSpMk id="49" creationId="{F84719B3-DD61-BDF5-3EC3-8A2AF1EE96FA}"/>
          </ac:grpSpMkLst>
        </pc:grpChg>
        <pc:picChg chg="add mod ord topLvl">
          <ac:chgData name="Ky" userId="5407a4ac-8bce-441f-bfcf-dce97edd8be4" providerId="ADAL" clId="{4208D341-F035-470B-9618-E879346D5E5C}" dt="2025-03-24T07:06:43.010" v="3962" actId="166"/>
          <ac:picMkLst>
            <pc:docMk/>
            <pc:sldMk cId="61083105" sldId="778"/>
            <ac:picMk id="31" creationId="{9A11926A-0F30-2FE7-9925-307D916DFC8A}"/>
          </ac:picMkLst>
        </pc:picChg>
        <pc:picChg chg="add mod ord modCrop">
          <ac:chgData name="Ky" userId="5407a4ac-8bce-441f-bfcf-dce97edd8be4" providerId="ADAL" clId="{4208D341-F035-470B-9618-E879346D5E5C}" dt="2025-03-24T06:55:43.002" v="3899" actId="167"/>
          <ac:picMkLst>
            <pc:docMk/>
            <pc:sldMk cId="61083105" sldId="778"/>
            <ac:picMk id="36" creationId="{82EDFA4D-759C-C74D-69C6-274BF3358E68}"/>
          </ac:picMkLst>
        </pc:picChg>
        <pc:picChg chg="add mod ord">
          <ac:chgData name="Ky" userId="5407a4ac-8bce-441f-bfcf-dce97edd8be4" providerId="ADAL" clId="{4208D341-F035-470B-9618-E879346D5E5C}" dt="2025-03-24T07:00:56.089" v="3935" actId="164"/>
          <ac:picMkLst>
            <pc:docMk/>
            <pc:sldMk cId="61083105" sldId="778"/>
            <ac:picMk id="43" creationId="{060519CF-ECAC-378D-864C-947B487AD9B4}"/>
          </ac:picMkLst>
        </pc:picChg>
        <pc:picChg chg="add mod ord modCrop">
          <ac:chgData name="Ky" userId="5407a4ac-8bce-441f-bfcf-dce97edd8be4" providerId="ADAL" clId="{4208D341-F035-470B-9618-E879346D5E5C}" dt="2025-03-24T07:36:12.684" v="4090" actId="1582"/>
          <ac:picMkLst>
            <pc:docMk/>
            <pc:sldMk cId="61083105" sldId="778"/>
            <ac:picMk id="48" creationId="{B89A4689-5F2F-5E17-6745-309E0B739AAD}"/>
          </ac:picMkLst>
        </pc:picChg>
        <pc:cxnChg chg="add mod ord">
          <ac:chgData name="Ky" userId="5407a4ac-8bce-441f-bfcf-dce97edd8be4" providerId="ADAL" clId="{4208D341-F035-470B-9618-E879346D5E5C}" dt="2025-03-24T06:56:08.782" v="3902" actId="1076"/>
          <ac:cxnSpMkLst>
            <pc:docMk/>
            <pc:sldMk cId="61083105" sldId="778"/>
            <ac:cxnSpMk id="17" creationId="{0A7CA4D3-041B-3379-E7A8-916C9B7DA64A}"/>
          </ac:cxnSpMkLst>
        </pc:cxnChg>
        <pc:cxnChg chg="add mod ord">
          <ac:chgData name="Ky" userId="5407a4ac-8bce-441f-bfcf-dce97edd8be4" providerId="ADAL" clId="{4208D341-F035-470B-9618-E879346D5E5C}" dt="2025-03-24T07:00:56.089" v="3935" actId="164"/>
          <ac:cxnSpMkLst>
            <pc:docMk/>
            <pc:sldMk cId="61083105" sldId="778"/>
            <ac:cxnSpMk id="26" creationId="{8B79B208-0E46-FA23-B5AF-98BE8A0F3575}"/>
          </ac:cxnSpMkLst>
        </pc:cxnChg>
        <pc:cxnChg chg="add mod ord">
          <ac:chgData name="Ky" userId="5407a4ac-8bce-441f-bfcf-dce97edd8be4" providerId="ADAL" clId="{4208D341-F035-470B-9618-E879346D5E5C}" dt="2025-03-24T07:29:44.923" v="4073" actId="14100"/>
          <ac:cxnSpMkLst>
            <pc:docMk/>
            <pc:sldMk cId="61083105" sldId="778"/>
            <ac:cxnSpMk id="52" creationId="{D5F462F0-C0D0-F21A-2C4E-6801B98933ED}"/>
          </ac:cxnSpMkLst>
        </pc:cxnChg>
        <pc:cxnChg chg="add mod ord">
          <ac:chgData name="Ky" userId="5407a4ac-8bce-441f-bfcf-dce97edd8be4" providerId="ADAL" clId="{4208D341-F035-470B-9618-E879346D5E5C}" dt="2025-03-24T07:29:25.964" v="4066" actId="166"/>
          <ac:cxnSpMkLst>
            <pc:docMk/>
            <pc:sldMk cId="61083105" sldId="778"/>
            <ac:cxnSpMk id="60" creationId="{9996AD49-8DF7-6B4F-7E4A-A4EE9E4A2AEF}"/>
          </ac:cxnSpMkLst>
        </pc:cxnChg>
        <pc:cxnChg chg="add mod">
          <ac:chgData name="Ky" userId="5407a4ac-8bce-441f-bfcf-dce97edd8be4" providerId="ADAL" clId="{4208D341-F035-470B-9618-E879346D5E5C}" dt="2025-03-24T07:27:41.811" v="4054" actId="108"/>
          <ac:cxnSpMkLst>
            <pc:docMk/>
            <pc:sldMk cId="61083105" sldId="778"/>
            <ac:cxnSpMk id="96" creationId="{2AC222F2-70EF-B95D-3A9F-F0F98910AA60}"/>
          </ac:cxnSpMkLst>
        </pc:cxnChg>
        <pc:cxnChg chg="add mod">
          <ac:chgData name="Ky" userId="5407a4ac-8bce-441f-bfcf-dce97edd8be4" providerId="ADAL" clId="{4208D341-F035-470B-9618-E879346D5E5C}" dt="2025-03-24T07:30:54.610" v="4083" actId="1038"/>
          <ac:cxnSpMkLst>
            <pc:docMk/>
            <pc:sldMk cId="61083105" sldId="778"/>
            <ac:cxnSpMk id="102" creationId="{E4427D51-0BAE-303D-33DD-337DAED9AE95}"/>
          </ac:cxnSpMkLst>
        </pc:cxnChg>
        <pc:cxnChg chg="add mod">
          <ac:chgData name="Ky" userId="5407a4ac-8bce-441f-bfcf-dce97edd8be4" providerId="ADAL" clId="{4208D341-F035-470B-9618-E879346D5E5C}" dt="2025-03-24T07:30:54.610" v="4083" actId="1038"/>
          <ac:cxnSpMkLst>
            <pc:docMk/>
            <pc:sldMk cId="61083105" sldId="778"/>
            <ac:cxnSpMk id="103" creationId="{FA6C51E5-4E04-0EFB-A02B-27E4E9497B36}"/>
          </ac:cxnSpMkLst>
        </pc:cxnChg>
        <pc:cxnChg chg="add mod">
          <ac:chgData name="Ky" userId="5407a4ac-8bce-441f-bfcf-dce97edd8be4" providerId="ADAL" clId="{4208D341-F035-470B-9618-E879346D5E5C}" dt="2025-03-24T07:31:20.299" v="4085" actId="1076"/>
          <ac:cxnSpMkLst>
            <pc:docMk/>
            <pc:sldMk cId="61083105" sldId="778"/>
            <ac:cxnSpMk id="104" creationId="{55C9D9ED-3A0B-6F19-5683-2DB2FAD17ECD}"/>
          </ac:cxnSpMkLst>
        </pc:cxnChg>
      </pc:sldChg>
      <pc:sldChg chg="addSp delSp modSp add mod">
        <pc:chgData name="Ky" userId="5407a4ac-8bce-441f-bfcf-dce97edd8be4" providerId="ADAL" clId="{4208D341-F035-470B-9618-E879346D5E5C}" dt="2025-03-25T04:06:49.404" v="4399" actId="1038"/>
        <pc:sldMkLst>
          <pc:docMk/>
          <pc:sldMk cId="2964737465" sldId="779"/>
        </pc:sldMkLst>
        <pc:spChg chg="add mod">
          <ac:chgData name="Ky" userId="5407a4ac-8bce-441f-bfcf-dce97edd8be4" providerId="ADAL" clId="{4208D341-F035-470B-9618-E879346D5E5C}" dt="2025-03-25T04:05:47.199" v="4346" actId="1076"/>
          <ac:spMkLst>
            <pc:docMk/>
            <pc:sldMk cId="2964737465" sldId="779"/>
            <ac:spMk id="2" creationId="{14E68E49-5A35-5B0D-AC5D-BCFDA7831C91}"/>
          </ac:spMkLst>
        </pc:spChg>
        <pc:spChg chg="add mod">
          <ac:chgData name="Ky" userId="5407a4ac-8bce-441f-bfcf-dce97edd8be4" providerId="ADAL" clId="{4208D341-F035-470B-9618-E879346D5E5C}" dt="2025-03-24T09:18:11.109" v="4228" actId="108"/>
          <ac:spMkLst>
            <pc:docMk/>
            <pc:sldMk cId="2964737465" sldId="779"/>
            <ac:spMk id="5" creationId="{9660BF99-F4BD-6FD7-106E-A7BFF53FD3FB}"/>
          </ac:spMkLst>
        </pc:spChg>
        <pc:spChg chg="add mod">
          <ac:chgData name="Ky" userId="5407a4ac-8bce-441f-bfcf-dce97edd8be4" providerId="ADAL" clId="{4208D341-F035-470B-9618-E879346D5E5C}" dt="2025-03-24T09:13:05.808" v="4198" actId="1076"/>
          <ac:spMkLst>
            <pc:docMk/>
            <pc:sldMk cId="2964737465" sldId="779"/>
            <ac:spMk id="10" creationId="{4BBC521C-2CE1-1B73-E875-B2E3784E59B9}"/>
          </ac:spMkLst>
        </pc:spChg>
        <pc:spChg chg="add mod ord">
          <ac:chgData name="Ky" userId="5407a4ac-8bce-441f-bfcf-dce97edd8be4" providerId="ADAL" clId="{4208D341-F035-470B-9618-E879346D5E5C}" dt="2025-03-24T09:24:25.297" v="4308" actId="166"/>
          <ac:spMkLst>
            <pc:docMk/>
            <pc:sldMk cId="2964737465" sldId="779"/>
            <ac:spMk id="19" creationId="{00B562DB-7B21-F254-288C-74F63497A078}"/>
          </ac:spMkLst>
        </pc:spChg>
        <pc:spChg chg="add mod ord">
          <ac:chgData name="Ky" userId="5407a4ac-8bce-441f-bfcf-dce97edd8be4" providerId="ADAL" clId="{4208D341-F035-470B-9618-E879346D5E5C}" dt="2025-03-24T09:24:25.297" v="4308" actId="166"/>
          <ac:spMkLst>
            <pc:docMk/>
            <pc:sldMk cId="2964737465" sldId="779"/>
            <ac:spMk id="22" creationId="{C6E41984-886D-D6B7-4048-135AAE518BCF}"/>
          </ac:spMkLst>
        </pc:spChg>
        <pc:picChg chg="add mod ord">
          <ac:chgData name="Ky" userId="5407a4ac-8bce-441f-bfcf-dce97edd8be4" providerId="ADAL" clId="{4208D341-F035-470B-9618-E879346D5E5C}" dt="2025-03-24T09:08:19.033" v="4169" actId="1076"/>
          <ac:picMkLst>
            <pc:docMk/>
            <pc:sldMk cId="2964737465" sldId="779"/>
            <ac:picMk id="3" creationId="{D2FD8B44-253D-3547-9EDC-E267A6B916A5}"/>
          </ac:picMkLst>
        </pc:picChg>
        <pc:picChg chg="add mod">
          <ac:chgData name="Ky" userId="5407a4ac-8bce-441f-bfcf-dce97edd8be4" providerId="ADAL" clId="{4208D341-F035-470B-9618-E879346D5E5C}" dt="2025-03-25T04:06:41.697" v="4376" actId="1037"/>
          <ac:picMkLst>
            <pc:docMk/>
            <pc:sldMk cId="2964737465" sldId="779"/>
            <ac:picMk id="8" creationId="{EC3F4C08-0704-B1ED-C33B-5ABF142C35BC}"/>
          </ac:picMkLst>
        </pc:picChg>
        <pc:picChg chg="add mod">
          <ac:chgData name="Ky" userId="5407a4ac-8bce-441f-bfcf-dce97edd8be4" providerId="ADAL" clId="{4208D341-F035-470B-9618-E879346D5E5C}" dt="2025-03-24T09:25:01.770" v="4325" actId="1037"/>
          <ac:picMkLst>
            <pc:docMk/>
            <pc:sldMk cId="2964737465" sldId="779"/>
            <ac:picMk id="64" creationId="{9C57A967-B739-9D25-3B8D-08ACADC639F4}"/>
          </ac:picMkLst>
        </pc:picChg>
        <pc:cxnChg chg="add mod ord">
          <ac:chgData name="Ky" userId="5407a4ac-8bce-441f-bfcf-dce97edd8be4" providerId="ADAL" clId="{4208D341-F035-470B-9618-E879346D5E5C}" dt="2025-03-24T09:24:25.297" v="4308" actId="166"/>
          <ac:cxnSpMkLst>
            <pc:docMk/>
            <pc:sldMk cId="2964737465" sldId="779"/>
            <ac:cxnSpMk id="21" creationId="{3A869ABA-BA02-A219-CC5C-37A2F5C27075}"/>
          </ac:cxnSpMkLst>
        </pc:cxnChg>
        <pc:cxnChg chg="add mod ord">
          <ac:chgData name="Ky" userId="5407a4ac-8bce-441f-bfcf-dce97edd8be4" providerId="ADAL" clId="{4208D341-F035-470B-9618-E879346D5E5C}" dt="2025-03-25T04:06:49.404" v="4399" actId="1038"/>
          <ac:cxnSpMkLst>
            <pc:docMk/>
            <pc:sldMk cId="2964737465" sldId="779"/>
            <ac:cxnSpMk id="23" creationId="{0907CE69-63FA-1711-F246-F8DCEFDB2923}"/>
          </ac:cxnSpMkLst>
        </pc:cxnChg>
        <pc:cxnChg chg="mod ord">
          <ac:chgData name="Ky" userId="5407a4ac-8bce-441f-bfcf-dce97edd8be4" providerId="ADAL" clId="{4208D341-F035-470B-9618-E879346D5E5C}" dt="2025-03-24T09:21:37.941" v="4296" actId="14100"/>
          <ac:cxnSpMkLst>
            <pc:docMk/>
            <pc:sldMk cId="2964737465" sldId="779"/>
            <ac:cxnSpMk id="60" creationId="{C9EF5033-90DB-847C-43C7-8223AEBDD9D5}"/>
          </ac:cxnSpMkLst>
        </pc:cxnChg>
      </pc:sldChg>
    </pc:docChg>
  </pc:docChgLst>
  <pc:docChgLst>
    <pc:chgData name="Ky" userId="5407a4ac-8bce-441f-bfcf-dce97edd8be4" providerId="ADAL" clId="{78D44AD8-68BA-44D3-A6E7-E978E1C108D5}"/>
    <pc:docChg chg="delSld modSld modSection">
      <pc:chgData name="Ky" userId="5407a4ac-8bce-441f-bfcf-dce97edd8be4" providerId="ADAL" clId="{78D44AD8-68BA-44D3-A6E7-E978E1C108D5}" dt="2025-03-28T08:40:16.962" v="6" actId="2696"/>
      <pc:docMkLst>
        <pc:docMk/>
      </pc:docMkLst>
      <pc:sldChg chg="del">
        <pc:chgData name="Ky" userId="5407a4ac-8bce-441f-bfcf-dce97edd8be4" providerId="ADAL" clId="{78D44AD8-68BA-44D3-A6E7-E978E1C108D5}" dt="2025-03-28T08:40:16.962" v="6" actId="2696"/>
        <pc:sldMkLst>
          <pc:docMk/>
          <pc:sldMk cId="1077896124" sldId="709"/>
        </pc:sldMkLst>
      </pc:sldChg>
      <pc:sldChg chg="modSp mod">
        <pc:chgData name="Ky" userId="5407a4ac-8bce-441f-bfcf-dce97edd8be4" providerId="ADAL" clId="{78D44AD8-68BA-44D3-A6E7-E978E1C108D5}" dt="2025-03-28T08:40:01.394" v="5" actId="1076"/>
        <pc:sldMkLst>
          <pc:docMk/>
          <pc:sldMk cId="107107871" sldId="736"/>
        </pc:sldMkLst>
        <pc:picChg chg="mod">
          <ac:chgData name="Ky" userId="5407a4ac-8bce-441f-bfcf-dce97edd8be4" providerId="ADAL" clId="{78D44AD8-68BA-44D3-A6E7-E978E1C108D5}" dt="2025-03-28T08:40:01.394" v="5" actId="1076"/>
          <ac:picMkLst>
            <pc:docMk/>
            <pc:sldMk cId="107107871" sldId="736"/>
            <ac:picMk id="16" creationId="{8C67BA58-21C7-3A21-C6C8-57D4BC6FCE4F}"/>
          </ac:picMkLst>
        </pc:picChg>
      </pc:sldChg>
      <pc:sldChg chg="del">
        <pc:chgData name="Ky" userId="5407a4ac-8bce-441f-bfcf-dce97edd8be4" providerId="ADAL" clId="{78D44AD8-68BA-44D3-A6E7-E978E1C108D5}" dt="2025-03-28T08:25:17.788" v="0" actId="47"/>
        <pc:sldMkLst>
          <pc:docMk/>
          <pc:sldMk cId="2427935998" sldId="757"/>
        </pc:sldMkLst>
      </pc:sldChg>
      <pc:sldChg chg="del">
        <pc:chgData name="Ky" userId="5407a4ac-8bce-441f-bfcf-dce97edd8be4" providerId="ADAL" clId="{78D44AD8-68BA-44D3-A6E7-E978E1C108D5}" dt="2025-03-28T08:25:21.208" v="2" actId="47"/>
        <pc:sldMkLst>
          <pc:docMk/>
          <pc:sldMk cId="1052527641" sldId="758"/>
        </pc:sldMkLst>
      </pc:sldChg>
      <pc:sldChg chg="del">
        <pc:chgData name="Ky" userId="5407a4ac-8bce-441f-bfcf-dce97edd8be4" providerId="ADAL" clId="{78D44AD8-68BA-44D3-A6E7-E978E1C108D5}" dt="2025-03-28T08:25:22.330" v="3" actId="47"/>
        <pc:sldMkLst>
          <pc:docMk/>
          <pc:sldMk cId="1849738539" sldId="759"/>
        </pc:sldMkLst>
      </pc:sldChg>
      <pc:sldChg chg="del">
        <pc:chgData name="Ky" userId="5407a4ac-8bce-441f-bfcf-dce97edd8be4" providerId="ADAL" clId="{78D44AD8-68BA-44D3-A6E7-E978E1C108D5}" dt="2025-03-28T08:25:23.841" v="4" actId="47"/>
        <pc:sldMkLst>
          <pc:docMk/>
          <pc:sldMk cId="2151215186" sldId="760"/>
        </pc:sldMkLst>
      </pc:sldChg>
      <pc:sldChg chg="del">
        <pc:chgData name="Ky" userId="5407a4ac-8bce-441f-bfcf-dce97edd8be4" providerId="ADAL" clId="{78D44AD8-68BA-44D3-A6E7-E978E1C108D5}" dt="2025-03-28T08:25:19.623" v="1" actId="47"/>
        <pc:sldMkLst>
          <pc:docMk/>
          <pc:sldMk cId="2373878833" sldId="7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08A69-F94E-480C-AC3E-FC5DA2442DF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C6020-3A0A-4100-948A-473186FC0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61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62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92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48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831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11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59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082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31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535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63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005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8367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730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14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090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705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930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563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606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078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283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487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792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8009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59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208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F645-5534-30DF-546C-5ED0528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8CA81-B304-EBDC-E7B5-8CF6A5807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AFBA2-0ED2-6697-E551-F7020961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Author: Ky</a:t>
            </a:r>
          </a:p>
          <a:p>
            <a:r>
              <a:rPr lang="en-US"/>
              <a:t>Update: Ky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Page: </a:t>
            </a:r>
            <a:r>
              <a:rPr lang="vi-VN" b="0" i="0">
                <a:effectLst/>
                <a:latin typeface="__Inter_a4efb0"/>
              </a:rPr>
              <a:t>Đăng ký/ Đăng nhập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Link: https://e-ra-iot-wiki.gitbook.io/e-ra-iot-platform-draft-version-1.0/dang-ky-dang-nhap-and-quan-ly-tai-khoan/dang-ky-dang-nhap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0" i="0">
                <a:effectLst/>
                <a:latin typeface="__Inter_a4efb0"/>
              </a:rPr>
              <a:t>Caption: Trang web đăng nhập</a:t>
            </a:r>
            <a:endParaRPr lang="en-US" b="0"/>
          </a:p>
          <a:p>
            <a:r>
              <a:rPr lang="en-US"/>
              <a:t>Create Day: 27/12/24</a:t>
            </a:r>
          </a:p>
          <a:p>
            <a:r>
              <a:rPr lang="en-US"/>
              <a:t>Update Day: 27/12/24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EF8B-63F5-AAFC-990F-E213D16D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6020-3A0A-4100-948A-473186FC055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08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D91AB-B4AE-5548-69CE-9067DBE62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E120F-3180-D4E0-30B2-B8FB92081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1D808-1EFB-58A3-30FB-8C6A2D3D2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6F77-6C87-4570-9D3C-BE30FF4CC2FD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1C771-303B-8B49-3418-4D5F47456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1415B-6B20-938C-3F3D-917CEA9FF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E9E0-0085-4D8A-8021-12798B994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5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7AD31-CAED-B239-4AA0-59A6BE832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A3051-C8FE-C336-ED88-8CFBE6FAF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183A2-5D5B-7D29-DFC9-99712E87B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6F77-6C87-4570-9D3C-BE30FF4CC2FD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12A39-0048-2157-D4FD-73D5D1322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B778F-1EA7-5D49-29AA-F06E19814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E9E0-0085-4D8A-8021-12798B994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8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8AA0-46E1-3C2E-F4A7-AD89E4FB4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77C20-BFEF-D726-2B6F-A78F899A4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61E5B-F8DC-B25F-2F32-FD91BD33B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6F77-6C87-4570-9D3C-BE30FF4CC2FD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AC39C-24D2-9B24-B885-5E8220026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B1D89-C73E-4B4D-571E-2B409F909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E9E0-0085-4D8A-8021-12798B994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57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2003D-2B5F-E033-65B4-49A9B38DF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97480-6E02-EC07-9F70-430ECA699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34BB6-72F8-E6C2-21A5-86596C0D7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B9A29-994B-B240-B610-F6C3F8D4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6F77-6C87-4570-9D3C-BE30FF4CC2FD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0F702-BDE0-58B2-CE43-AF7E46D9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90BBD-5354-919D-A009-72665CF8F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E9E0-0085-4D8A-8021-12798B994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89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BE20C-6A7C-A14D-6966-1DB168F86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D9844-0567-D678-2121-CCB17ABF3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FAD63-D683-225C-9B17-2B82A671A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C904FB-6C03-1745-D8E3-A7F7E7D4CA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DE1956-BAD3-7A84-1782-5F3CCD3AEF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1D7276-F689-1E42-599E-89D6917EF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6F77-6C87-4570-9D3C-BE30FF4CC2FD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E463D-C23B-1B61-8EE2-BA10DCB93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4969DB-2786-1757-CDB9-94E99A37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E9E0-0085-4D8A-8021-12798B994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29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30A56-B3FF-4A72-DF63-88354E7B1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318B21-9B7E-C7C1-E6F8-8249B355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6F77-6C87-4570-9D3C-BE30FF4CC2FD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9C53A-9DC0-83E5-1989-EEEB7711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DDEAA1-1BD0-CE9C-2A4A-B604EACC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E9E0-0085-4D8A-8021-12798B994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8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3D264-FB6A-0381-2F39-E5862D2C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6F77-6C87-4570-9D3C-BE30FF4CC2FD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4CF4CC-2F1F-D346-00B3-835374D3A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96245-FECF-0C2D-54BB-2DDAA9FCE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E9E0-0085-4D8A-8021-12798B994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8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66C06-2412-3D19-A897-95DAB993C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C007E-A01E-3133-A35C-9C93B3D03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B1317-F73A-D630-A424-B945DD6B7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A490D-6E92-7193-EFE9-F40037662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6F77-6C87-4570-9D3C-BE30FF4CC2FD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1231A-EA1A-58E0-7E9E-131279DC5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9AA8F-AD28-ACCB-D6C3-E14A7C82E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E9E0-0085-4D8A-8021-12798B994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28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818F0-CFEA-7555-1019-4F418D54E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8435C6-BE0D-4B17-D8C8-D4A74700ED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478DE-9AEB-F543-3D5F-1D195134F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A508E-EAA4-BCFC-1F63-6FB928C15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6F77-6C87-4570-9D3C-BE30FF4CC2FD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2B7CE-9C90-C21F-879D-075D4448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BB9E8-AB45-914A-B9BE-F687F2EBF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E9E0-0085-4D8A-8021-12798B994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14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725D5-0EC3-B574-02C9-282BFC894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EA4EA-5BA2-4A68-CF87-4C6EB80B5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C4A7D-63E9-BAB0-C4D5-80FDA475E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6F77-6C87-4570-9D3C-BE30FF4CC2FD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F4EB2-F035-CE1E-C79F-C1E512BA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83ECE-BC3A-57BE-F20F-8AC1FCDBA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E9E0-0085-4D8A-8021-12798B994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546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284B1F-C284-E908-692C-D6D3712B49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8CF90F-1B68-B308-8C53-71857F2F8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A4FEE-EFDB-63F9-6361-048971716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6F77-6C87-4570-9D3C-BE30FF4CC2FD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E2F9E-2D88-85D1-2E71-D0064DEAF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4A12B-A304-680E-5BEE-60FBE5B1D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E9E0-0085-4D8A-8021-12798B994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8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C19">
            <a:alpha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6D2AD5-3F2A-8CBE-C9CA-59BC334F8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6B910-CA8B-8CDF-046F-D6085F794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A7687-6176-FBDD-66BE-C122E7693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FF6F77-6C87-4570-9D3C-BE30FF4CC2FD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47CE1-BF82-4F71-BE91-1B235C396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68FFB-F1B0-5A09-BF6F-A297E02B5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2E9E0-0085-4D8A-8021-12798B994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10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248097" y="1778451"/>
            <a:ext cx="2361753" cy="94847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chemeClr val="bg1"/>
                </a:solidFill>
              </a:rPr>
              <a:t>1. Panel thời tiết sử dụng từ API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 flipV="1">
            <a:off x="2609850" y="2240414"/>
            <a:ext cx="875390" cy="12277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240" y="899429"/>
            <a:ext cx="4630060" cy="465449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9546268" y="1753619"/>
            <a:ext cx="2311395" cy="99814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2</a:t>
            </a:r>
            <a:r>
              <a:rPr lang="en-US" b="1" smtClean="0">
                <a:solidFill>
                  <a:schemeClr val="bg1"/>
                </a:solidFill>
              </a:rPr>
              <a:t>. Panel giá trị của cảm biến IoT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0" idx="1"/>
            <a:endCxn id="19" idx="3"/>
          </p:cNvCxnSpPr>
          <p:nvPr/>
        </p:nvCxnSpPr>
        <p:spPr>
          <a:xfrm flipH="1" flipV="1">
            <a:off x="8115300" y="2240414"/>
            <a:ext cx="1430968" cy="12276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9546268" y="4463612"/>
            <a:ext cx="2311395" cy="96057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3</a:t>
            </a:r>
            <a:r>
              <a:rPr lang="en-US" b="1" smtClean="0">
                <a:solidFill>
                  <a:schemeClr val="bg1"/>
                </a:solidFill>
              </a:rPr>
              <a:t>. Panel chứa banner quảng cáo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3" idx="1"/>
            <a:endCxn id="18" idx="3"/>
          </p:cNvCxnSpPr>
          <p:nvPr/>
        </p:nvCxnSpPr>
        <p:spPr>
          <a:xfrm flipH="1">
            <a:off x="8115300" y="4943898"/>
            <a:ext cx="1430968" cy="1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3485240" y="899428"/>
            <a:ext cx="2658385" cy="2681972"/>
          </a:xfrm>
          <a:prstGeom prst="roundRect">
            <a:avLst>
              <a:gd name="adj" fmla="val 6268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8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3485240" y="4333875"/>
            <a:ext cx="4630060" cy="1220047"/>
          </a:xfrm>
          <a:prstGeom prst="roundRect">
            <a:avLst>
              <a:gd name="adj" fmla="val 6268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9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6216843" y="899428"/>
            <a:ext cx="1898457" cy="2681972"/>
          </a:xfrm>
          <a:prstGeom prst="roundRect">
            <a:avLst>
              <a:gd name="adj" fmla="val 6268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38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4442" y="1287849"/>
            <a:ext cx="8255105" cy="5494108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885275" y="1289877"/>
            <a:ext cx="1990662" cy="8247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Ở giao diện chính người dung bấm nút F1 để vào chế độ cấu hình của app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2" idx="2"/>
            <a:endCxn id="4" idx="0"/>
          </p:cNvCxnSpPr>
          <p:nvPr/>
        </p:nvCxnSpPr>
        <p:spPr>
          <a:xfrm>
            <a:off x="1880606" y="2114607"/>
            <a:ext cx="1" cy="1093821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13" y="3208428"/>
            <a:ext cx="3556787" cy="3575557"/>
          </a:xfrm>
          <a:prstGeom prst="rect">
            <a:avLst/>
          </a:prstGeom>
        </p:spPr>
      </p:pic>
      <p:sp>
        <p:nvSpPr>
          <p:cNvPr id="15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102213" y="3208428"/>
            <a:ext cx="3556787" cy="3575557"/>
          </a:xfrm>
          <a:prstGeom prst="roundRect">
            <a:avLst>
              <a:gd name="adj" fmla="val 843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6876663" y="49740"/>
            <a:ext cx="1990662" cy="8247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Sau khi bấm F1, giao diện cấu hình đã được hiện ra như bên dưới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8" idx="2"/>
            <a:endCxn id="3" idx="3"/>
          </p:cNvCxnSpPr>
          <p:nvPr/>
        </p:nvCxnSpPr>
        <p:spPr>
          <a:xfrm>
            <a:off x="7871994" y="874470"/>
            <a:ext cx="1" cy="413379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3744441" y="1287849"/>
            <a:ext cx="8255106" cy="5494108"/>
          </a:xfrm>
          <a:prstGeom prst="roundRect">
            <a:avLst>
              <a:gd name="adj" fmla="val 771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209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326" y="1297091"/>
            <a:ext cx="8344896" cy="5560909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5103617" y="86136"/>
            <a:ext cx="2012314" cy="83475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Người dùng cần tiến hành Đăng nhập</a:t>
            </a:r>
          </a:p>
          <a:p>
            <a:pPr algn="ctr"/>
            <a:r>
              <a:rPr lang="en-US" sz="1200" b="1" smtClean="0">
                <a:solidFill>
                  <a:schemeClr val="bg1"/>
                </a:solidFill>
              </a:rPr>
              <a:t>Tài khoản và mật khẩu tài khoản E-Ra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6109774" y="920894"/>
            <a:ext cx="0" cy="376197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1937326" y="1297091"/>
            <a:ext cx="8344896" cy="5560909"/>
          </a:xfrm>
          <a:prstGeom prst="roundRect">
            <a:avLst>
              <a:gd name="adj" fmla="val 771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79346" y="3324705"/>
            <a:ext cx="1671046" cy="11620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Đăng nhập thành công thì sẽ xuất hiện giao diện như hình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750392" y="3905730"/>
            <a:ext cx="2392983" cy="1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4143375" y="2543175"/>
            <a:ext cx="5797579" cy="2725111"/>
          </a:xfrm>
          <a:prstGeom prst="roundRect">
            <a:avLst>
              <a:gd name="adj" fmla="val 843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95900" y="3133725"/>
            <a:ext cx="685800" cy="152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423974" y="6106966"/>
            <a:ext cx="1948376" cy="1128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64467" y="5310187"/>
            <a:ext cx="1671046" cy="11620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Bên dưới sẽ có mã Token tức là đã Đăng nhập thành công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1735513" y="5891212"/>
            <a:ext cx="2407861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V="1">
            <a:off x="4143374" y="5457825"/>
            <a:ext cx="5797579" cy="866774"/>
          </a:xfrm>
          <a:prstGeom prst="roundRect">
            <a:avLst>
              <a:gd name="adj" fmla="val 843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5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326" y="1302973"/>
            <a:ext cx="8344896" cy="5549144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7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4445001" y="3658021"/>
            <a:ext cx="3305174" cy="866354"/>
          </a:xfrm>
          <a:prstGeom prst="roundRect">
            <a:avLst>
              <a:gd name="adj" fmla="val 843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5" idx="1"/>
            <a:endCxn id="17" idx="3"/>
          </p:cNvCxnSpPr>
          <p:nvPr/>
        </p:nvCxnSpPr>
        <p:spPr>
          <a:xfrm flipH="1">
            <a:off x="7750175" y="4091198"/>
            <a:ext cx="533402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8283577" y="3881648"/>
            <a:ext cx="1732988" cy="4191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Từ khóa tìm kiếm cấu hình</a:t>
            </a:r>
          </a:p>
        </p:txBody>
      </p:sp>
      <p:sp>
        <p:nvSpPr>
          <p:cNvPr id="32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V="1">
            <a:off x="4445000" y="4578348"/>
            <a:ext cx="3305175" cy="304799"/>
          </a:xfrm>
          <a:prstGeom prst="roundRect">
            <a:avLst>
              <a:gd name="adj" fmla="val 843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2143686" y="4244972"/>
            <a:ext cx="1732988" cy="9715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Người dùng có thể nhập bổ sung các từ khóa để hệ thống tìm kiếm cấu hình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34" idx="3"/>
            <a:endCxn id="32" idx="1"/>
          </p:cNvCxnSpPr>
          <p:nvPr/>
        </p:nvCxnSpPr>
        <p:spPr>
          <a:xfrm>
            <a:off x="3876674" y="4730747"/>
            <a:ext cx="568326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41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647" y="1140135"/>
            <a:ext cx="8348304" cy="5558473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5503177" y="1602298"/>
            <a:ext cx="6425967" cy="385894"/>
          </a:xfrm>
          <a:prstGeom prst="roundRect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7641075" y="2802803"/>
            <a:ext cx="2150170" cy="9239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Thông báo Phát hiện cấu hình thành công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8716160" y="1988192"/>
            <a:ext cx="1" cy="814611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r="1780"/>
          <a:stretch/>
        </p:blipFill>
        <p:spPr>
          <a:xfrm>
            <a:off x="127556" y="3884102"/>
            <a:ext cx="3402863" cy="2814506"/>
          </a:xfrm>
          <a:prstGeom prst="rect">
            <a:avLst/>
          </a:prstGeom>
        </p:spPr>
      </p:pic>
      <p:sp>
        <p:nvSpPr>
          <p:cNvPr id="17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2219325" y="6284024"/>
            <a:ext cx="1238250" cy="326326"/>
          </a:xfrm>
          <a:prstGeom prst="roundRect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2063408" y="3919371"/>
            <a:ext cx="1550083" cy="9239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vào Phát hiện cấu hình để bắt đầu tiến hành quá trình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8" idx="2"/>
            <a:endCxn id="17" idx="0"/>
          </p:cNvCxnSpPr>
          <p:nvPr/>
        </p:nvCxnSpPr>
        <p:spPr>
          <a:xfrm>
            <a:off x="2838450" y="4843281"/>
            <a:ext cx="0" cy="1440743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73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865" y="1319514"/>
            <a:ext cx="8279614" cy="5538486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4311650" y="2514600"/>
            <a:ext cx="5501481" cy="628650"/>
          </a:xfrm>
          <a:prstGeom prst="roundRect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5987305" y="180253"/>
            <a:ext cx="2150170" cy="9239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Sau khi Tự động phát hiện cấu hình thì cần Chọn Unit để lấy dữ liệu chất lượng không khí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7062390" y="1104163"/>
            <a:ext cx="1" cy="1410437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4311650" y="3271706"/>
            <a:ext cx="5501481" cy="2743200"/>
          </a:xfrm>
          <a:prstGeom prst="roundRect">
            <a:avLst>
              <a:gd name="adj" fmla="val 3865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1211523" y="4193585"/>
            <a:ext cx="2150170" cy="9239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Các cấu hình của cảm biến sẽ được hiển thị tại đây. Kiểm tra các cấu hình coi đã chính xác hay chưa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21" idx="3"/>
            <a:endCxn id="20" idx="1"/>
          </p:cNvCxnSpPr>
          <p:nvPr/>
        </p:nvCxnSpPr>
        <p:spPr>
          <a:xfrm flipV="1">
            <a:off x="3361693" y="4643306"/>
            <a:ext cx="949957" cy="12234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99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795" y="1285301"/>
            <a:ext cx="8306209" cy="5572699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4073525" y="2495550"/>
            <a:ext cx="5832475" cy="3686175"/>
          </a:xfrm>
          <a:prstGeom prst="roundRect">
            <a:avLst>
              <a:gd name="adj" fmla="val 3846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5914677" y="147071"/>
            <a:ext cx="2150170" cy="9239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Phần cấu hình hệ số</a:t>
            </a:r>
          </a:p>
          <a:p>
            <a:pPr algn="ctr"/>
            <a:r>
              <a:rPr lang="en-US" sz="1200" b="1" smtClean="0">
                <a:solidFill>
                  <a:schemeClr val="bg1"/>
                </a:solidFill>
              </a:rPr>
              <a:t>Đối với một số cảm biến sẽ có kết quả cần nhân với hệ số để ra được thông số chuẩn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6989762" y="1070981"/>
            <a:ext cx="1" cy="1424569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5891972" y="5133998"/>
            <a:ext cx="2150170" cy="5789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các cảm biến áp dụng hệ số nhân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6" idx="0"/>
            <a:endCxn id="18" idx="2"/>
          </p:cNvCxnSpPr>
          <p:nvPr/>
        </p:nvCxnSpPr>
        <p:spPr>
          <a:xfrm flipV="1">
            <a:off x="6967057" y="4714614"/>
            <a:ext cx="0" cy="419384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4211274" y="3892492"/>
            <a:ext cx="5511566" cy="822122"/>
          </a:xfrm>
          <a:prstGeom prst="roundRect">
            <a:avLst>
              <a:gd name="adj" fmla="val 3846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4813300" y="6273800"/>
            <a:ext cx="3267289" cy="5560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Sau khi đã nhập hệ số và chọn các cảm biến áp dụng hệ số thì chọn vào Lưu &amp; Áp dụng</a:t>
            </a:r>
          </a:p>
        </p:txBody>
      </p:sp>
      <p:sp>
        <p:nvSpPr>
          <p:cNvPr id="24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8972550" y="6347089"/>
            <a:ext cx="1064419" cy="409434"/>
          </a:xfrm>
          <a:prstGeom prst="roundRect">
            <a:avLst>
              <a:gd name="adj" fmla="val 21036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8080589" y="6551806"/>
            <a:ext cx="891961" cy="1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33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795" y="1301744"/>
            <a:ext cx="8306209" cy="5539813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1923563" y="2171723"/>
            <a:ext cx="1936248" cy="4952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vào mục Logo Công Ty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2891687" y="2667000"/>
            <a:ext cx="1" cy="70104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1904795" y="3368040"/>
            <a:ext cx="1973785" cy="411480"/>
          </a:xfrm>
          <a:prstGeom prst="roundRect">
            <a:avLst>
              <a:gd name="adj" fmla="val 3846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10211004" y="3466469"/>
            <a:ext cx="1936248" cy="113410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Hình ảnh Logo để tiến hành tải banner lên Desktop App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21" idx="1"/>
            <a:endCxn id="23" idx="3"/>
          </p:cNvCxnSpPr>
          <p:nvPr/>
        </p:nvCxnSpPr>
        <p:spPr>
          <a:xfrm flipH="1" flipV="1">
            <a:off x="9898380" y="4027170"/>
            <a:ext cx="312624" cy="6352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4112268" y="3063240"/>
            <a:ext cx="5786112" cy="1927860"/>
          </a:xfrm>
          <a:prstGeom prst="roundRect">
            <a:avLst>
              <a:gd name="adj" fmla="val 3846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10229772" y="2012648"/>
            <a:ext cx="1936248" cy="4952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Chế độ hiển thị</a:t>
            </a:r>
          </a:p>
          <a:p>
            <a:pPr algn="ctr"/>
            <a:r>
              <a:rPr lang="en-US" sz="1200" b="1" smtClean="0">
                <a:solidFill>
                  <a:schemeClr val="bg1"/>
                </a:solidFill>
              </a:rPr>
              <a:t>Banner Công ty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30" idx="1"/>
            <a:endCxn id="32" idx="3"/>
          </p:cNvCxnSpPr>
          <p:nvPr/>
        </p:nvCxnSpPr>
        <p:spPr>
          <a:xfrm flipH="1">
            <a:off x="9898380" y="2260287"/>
            <a:ext cx="331392" cy="1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4112268" y="1704974"/>
            <a:ext cx="5786112" cy="1110627"/>
          </a:xfrm>
          <a:prstGeom prst="roundRect">
            <a:avLst>
              <a:gd name="adj" fmla="val 3846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10211004" y="5144997"/>
            <a:ext cx="1936248" cy="113410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Thời gian hiển thị phù hợp trong mục Cài đặt vòng lặp</a:t>
            </a:r>
          </a:p>
        </p:txBody>
      </p:sp>
      <p:sp>
        <p:nvSpPr>
          <p:cNvPr id="38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4112268" y="5144996"/>
            <a:ext cx="5786112" cy="1134107"/>
          </a:xfrm>
          <a:prstGeom prst="roundRect">
            <a:avLst>
              <a:gd name="adj" fmla="val 3846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37" idx="1"/>
            <a:endCxn id="38" idx="3"/>
          </p:cNvCxnSpPr>
          <p:nvPr/>
        </p:nvCxnSpPr>
        <p:spPr>
          <a:xfrm flipH="1">
            <a:off x="9898380" y="5712050"/>
            <a:ext cx="312624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4236515" y="2323500"/>
            <a:ext cx="945085" cy="274920"/>
          </a:xfrm>
          <a:prstGeom prst="roundRect">
            <a:avLst>
              <a:gd name="adj" fmla="val 29772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61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5227115" y="2323500"/>
            <a:ext cx="1242741" cy="274920"/>
          </a:xfrm>
          <a:prstGeom prst="roundRect">
            <a:avLst>
              <a:gd name="adj" fmla="val 29772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62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6551090" y="2323500"/>
            <a:ext cx="1242741" cy="274920"/>
          </a:xfrm>
          <a:prstGeom prst="roundRect">
            <a:avLst>
              <a:gd name="adj" fmla="val 29772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858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816" y="1301744"/>
            <a:ext cx="8292166" cy="5539813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5038725" y="251713"/>
            <a:ext cx="2324100" cy="8503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các Banner muốn tải lên Desktop App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>
            <a:off x="6200775" y="1102095"/>
            <a:ext cx="4763" cy="660029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2876550" y="1762124"/>
            <a:ext cx="6657975" cy="4454593"/>
          </a:xfrm>
          <a:prstGeom prst="roundRect">
            <a:avLst>
              <a:gd name="adj" fmla="val 1774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038599" y="2105025"/>
            <a:ext cx="3114675" cy="1174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06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816" y="1306427"/>
            <a:ext cx="8292166" cy="5530447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8333185" y="3975358"/>
            <a:ext cx="2324100" cy="8503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Hình ảnh được chọn để upload lên desktop app sẽ hiển thị ở đây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30" idx="1"/>
            <a:endCxn id="32" idx="3"/>
          </p:cNvCxnSpPr>
          <p:nvPr/>
        </p:nvCxnSpPr>
        <p:spPr>
          <a:xfrm flipH="1">
            <a:off x="7762874" y="4400549"/>
            <a:ext cx="570311" cy="1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4152899" y="3943349"/>
            <a:ext cx="3609975" cy="914401"/>
          </a:xfrm>
          <a:prstGeom prst="roundRect">
            <a:avLst>
              <a:gd name="adj" fmla="val 1774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5991957" y="6325137"/>
            <a:ext cx="1936248" cy="49668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Sau khi đã hoàn thành thì chọn vào Lưu &amp; Áp dụng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42" idx="3"/>
            <a:endCxn id="44" idx="1"/>
          </p:cNvCxnSpPr>
          <p:nvPr/>
        </p:nvCxnSpPr>
        <p:spPr>
          <a:xfrm>
            <a:off x="7928205" y="6573478"/>
            <a:ext cx="1039583" cy="1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8967788" y="6413819"/>
            <a:ext cx="1054894" cy="319319"/>
          </a:xfrm>
          <a:prstGeom prst="roundRect">
            <a:avLst>
              <a:gd name="adj" fmla="val 21743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8333185" y="5209396"/>
            <a:ext cx="2324100" cy="8503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Thời gian hiển thị từng banner ở chế độ “Vòng lặp”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22" idx="1"/>
            <a:endCxn id="25" idx="3"/>
          </p:cNvCxnSpPr>
          <p:nvPr/>
        </p:nvCxnSpPr>
        <p:spPr>
          <a:xfrm flipH="1">
            <a:off x="7762874" y="5634587"/>
            <a:ext cx="570311" cy="4326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4152899" y="5153026"/>
            <a:ext cx="3609975" cy="971774"/>
          </a:xfrm>
          <a:prstGeom prst="roundRect">
            <a:avLst>
              <a:gd name="adj" fmla="val 1774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1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50" y="1594360"/>
            <a:ext cx="3606397" cy="3606397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250" y="1594361"/>
            <a:ext cx="3606397" cy="3606397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750" y="1603775"/>
            <a:ext cx="3606397" cy="3587565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4914898" y="336808"/>
            <a:ext cx="2324100" cy="8503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Banner được tải lên thành công và hiển thị</a:t>
            </a:r>
          </a:p>
        </p:txBody>
      </p:sp>
    </p:spTree>
    <p:extLst>
      <p:ext uri="{BB962C8B-B14F-4D97-AF65-F5344CB8AC3E}">
        <p14:creationId xmlns:p14="http://schemas.microsoft.com/office/powerpoint/2010/main" val="388829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67" y="300701"/>
            <a:ext cx="11422744" cy="6425293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4865614" y="538383"/>
            <a:ext cx="2324100" cy="8503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Phần nhập Access Token của Github để tiến hành xác thực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>
            <a:off x="6027664" y="1388765"/>
            <a:ext cx="1" cy="608338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1896261" y="1997103"/>
            <a:ext cx="8262807" cy="2526069"/>
          </a:xfrm>
          <a:prstGeom prst="roundRect">
            <a:avLst>
              <a:gd name="adj" fmla="val 1774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10368310" y="4995725"/>
            <a:ext cx="1330933" cy="9900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Phần báo Trạng thái CDN cho chức năng upload banner từ xa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22" idx="1"/>
            <a:endCxn id="25" idx="3"/>
          </p:cNvCxnSpPr>
          <p:nvPr/>
        </p:nvCxnSpPr>
        <p:spPr>
          <a:xfrm flipH="1">
            <a:off x="10159068" y="5490759"/>
            <a:ext cx="209242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1896261" y="4656381"/>
            <a:ext cx="8262807" cy="1668756"/>
          </a:xfrm>
          <a:prstGeom prst="roundRect">
            <a:avLst>
              <a:gd name="adj" fmla="val 1774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6352684" y="2891825"/>
            <a:ext cx="1936248" cy="49668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Sau khi nhập Access Token thì chọn vào Authenticate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24" idx="3"/>
            <a:endCxn id="27" idx="1"/>
          </p:cNvCxnSpPr>
          <p:nvPr/>
        </p:nvCxnSpPr>
        <p:spPr>
          <a:xfrm>
            <a:off x="8288932" y="3140166"/>
            <a:ext cx="385962" cy="1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8674894" y="2936167"/>
            <a:ext cx="1232503" cy="407999"/>
          </a:xfrm>
          <a:prstGeom prst="roundRect">
            <a:avLst>
              <a:gd name="adj" fmla="val 21743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4993784" y="3833688"/>
            <a:ext cx="1936248" cy="49668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vào chữ “Tại đây” để vào trang tạo Access Token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33" idx="1"/>
            <a:endCxn id="35" idx="3"/>
          </p:cNvCxnSpPr>
          <p:nvPr/>
        </p:nvCxnSpPr>
        <p:spPr>
          <a:xfrm flipH="1">
            <a:off x="4486275" y="4082029"/>
            <a:ext cx="507509" cy="1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2120900" y="3952875"/>
            <a:ext cx="2365375" cy="258309"/>
          </a:xfrm>
          <a:prstGeom prst="roundRect">
            <a:avLst>
              <a:gd name="adj" fmla="val 21743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037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64" y="825501"/>
            <a:ext cx="10724444" cy="6032499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8156592" y="2716326"/>
            <a:ext cx="2635722" cy="1099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Phần đăng nhập tài khoản Github.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30" idx="1"/>
            <a:endCxn id="32" idx="3"/>
          </p:cNvCxnSpPr>
          <p:nvPr/>
        </p:nvCxnSpPr>
        <p:spPr>
          <a:xfrm flipH="1">
            <a:off x="7454899" y="3266236"/>
            <a:ext cx="701693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4878756" y="1058772"/>
            <a:ext cx="2576143" cy="4414928"/>
          </a:xfrm>
          <a:prstGeom prst="roundRect">
            <a:avLst>
              <a:gd name="adj" fmla="val 1774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092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65" y="825501"/>
            <a:ext cx="10724442" cy="6032499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939800" y="3454399"/>
            <a:ext cx="2146300" cy="5969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Mặc định khi vô sẽ nằm ở phần Token (Classic)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30" idx="0"/>
            <a:endCxn id="32" idx="2"/>
          </p:cNvCxnSpPr>
          <p:nvPr/>
        </p:nvCxnSpPr>
        <p:spPr>
          <a:xfrm flipV="1">
            <a:off x="2012950" y="3009900"/>
            <a:ext cx="3783" cy="444499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769565" y="2716325"/>
            <a:ext cx="2494335" cy="293575"/>
          </a:xfrm>
          <a:prstGeom prst="roundRect">
            <a:avLst>
              <a:gd name="adj" fmla="val 1774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8294818" y="2569537"/>
            <a:ext cx="1391314" cy="5969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Nhập tên của Access Token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2" idx="1"/>
            <a:endCxn id="14" idx="3"/>
          </p:cNvCxnSpPr>
          <p:nvPr/>
        </p:nvCxnSpPr>
        <p:spPr>
          <a:xfrm flipH="1" flipV="1">
            <a:off x="7566660" y="2862109"/>
            <a:ext cx="728158" cy="5879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3637451" y="2569537"/>
            <a:ext cx="3929209" cy="585143"/>
          </a:xfrm>
          <a:prstGeom prst="roundRect">
            <a:avLst>
              <a:gd name="adj" fmla="val 1774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6903504" y="4352312"/>
            <a:ext cx="1391314" cy="5969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No Expiration 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33" idx="1"/>
            <a:endCxn id="35" idx="3"/>
          </p:cNvCxnSpPr>
          <p:nvPr/>
        </p:nvCxnSpPr>
        <p:spPr>
          <a:xfrm flipH="1">
            <a:off x="5536735" y="4650763"/>
            <a:ext cx="1366769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3651327" y="3454399"/>
            <a:ext cx="1885408" cy="2392728"/>
          </a:xfrm>
          <a:prstGeom prst="roundRect">
            <a:avLst>
              <a:gd name="adj" fmla="val 1774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206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65" y="825501"/>
            <a:ext cx="10724442" cy="6032498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1171530" y="2724149"/>
            <a:ext cx="1391314" cy="5969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hết các mục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2562844" y="3022600"/>
            <a:ext cx="1074607" cy="1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3637451" y="825501"/>
            <a:ext cx="5722449" cy="4394199"/>
          </a:xfrm>
          <a:prstGeom prst="roundRect">
            <a:avLst>
              <a:gd name="adj" fmla="val 1774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1171530" y="5219698"/>
            <a:ext cx="1391314" cy="5969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Generate token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2562844" y="5518149"/>
            <a:ext cx="1074607" cy="1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V="1">
            <a:off x="3682999" y="5353050"/>
            <a:ext cx="1174751" cy="317500"/>
          </a:xfrm>
          <a:prstGeom prst="roundRect">
            <a:avLst>
              <a:gd name="adj" fmla="val 17774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766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66" y="825501"/>
            <a:ext cx="10724440" cy="6032498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1171530" y="2724149"/>
            <a:ext cx="1391314" cy="5969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Copy Access token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2562844" y="3022600"/>
            <a:ext cx="1074607" cy="1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3682999" y="2927758"/>
            <a:ext cx="6718301" cy="1057391"/>
          </a:xfrm>
          <a:prstGeom prst="roundRect">
            <a:avLst>
              <a:gd name="adj" fmla="val 6692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1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66" y="825501"/>
            <a:ext cx="10724440" cy="6032497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218250" y="2792355"/>
            <a:ext cx="1576994" cy="8568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Dán Access Token vô mục Github Authentication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1795244" y="3220783"/>
            <a:ext cx="595851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2391095" y="2792354"/>
            <a:ext cx="6140510" cy="856857"/>
          </a:xfrm>
          <a:prstGeom prst="roundRect">
            <a:avLst>
              <a:gd name="adj" fmla="val 6692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8397448" y="3841749"/>
            <a:ext cx="1576994" cy="8568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Authenticate sau khi đã dán Access Token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0" idx="0"/>
            <a:endCxn id="15" idx="2"/>
          </p:cNvCxnSpPr>
          <p:nvPr/>
        </p:nvCxnSpPr>
        <p:spPr>
          <a:xfrm flipV="1">
            <a:off x="9185945" y="3649211"/>
            <a:ext cx="0" cy="192538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H="1">
            <a:off x="8607105" y="3220783"/>
            <a:ext cx="1157680" cy="428428"/>
          </a:xfrm>
          <a:prstGeom prst="roundRect">
            <a:avLst>
              <a:gd name="adj" fmla="val 6692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04594" y="4060272"/>
            <a:ext cx="1325461" cy="11157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1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66" y="825501"/>
            <a:ext cx="10724439" cy="6032497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218250" y="2692866"/>
            <a:ext cx="1576994" cy="124995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Sau khi đăng nhập thành công thì sẽ có Repository Information như hình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V="1">
            <a:off x="1795244" y="3317052"/>
            <a:ext cx="461395" cy="794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2256639" y="2792354"/>
            <a:ext cx="7633980" cy="1049395"/>
          </a:xfrm>
          <a:prstGeom prst="roundRect">
            <a:avLst>
              <a:gd name="adj" fmla="val 6692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10468327" y="4193315"/>
            <a:ext cx="1576994" cy="8568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vào phần này để tiến hành Upload banner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0" idx="1"/>
            <a:endCxn id="15" idx="1"/>
          </p:cNvCxnSpPr>
          <p:nvPr/>
        </p:nvCxnSpPr>
        <p:spPr>
          <a:xfrm flipH="1" flipV="1">
            <a:off x="9890619" y="4619941"/>
            <a:ext cx="577708" cy="1802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H="1">
            <a:off x="2256638" y="4189710"/>
            <a:ext cx="7633981" cy="860461"/>
          </a:xfrm>
          <a:prstGeom prst="roundRect">
            <a:avLst>
              <a:gd name="adj" fmla="val 6692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02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563" y="825501"/>
            <a:ext cx="10172445" cy="6032497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4813422" y="2298638"/>
            <a:ext cx="1576994" cy="124995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hình ảnh banner muốn upload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6390416" y="2923618"/>
            <a:ext cx="941562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7331978" y="2198025"/>
            <a:ext cx="2155971" cy="1451186"/>
          </a:xfrm>
          <a:prstGeom prst="roundRect">
            <a:avLst>
              <a:gd name="adj" fmla="val 2947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8841161" y="4825176"/>
            <a:ext cx="1576994" cy="8568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Open để tải ảnh lên hệ thống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>
            <a:off x="9629658" y="5682032"/>
            <a:ext cx="0" cy="775917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H="1">
            <a:off x="9169166" y="6457949"/>
            <a:ext cx="920984" cy="288926"/>
          </a:xfrm>
          <a:prstGeom prst="roundRect">
            <a:avLst>
              <a:gd name="adj" fmla="val 1980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0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4" t="27896" r="54589" b="8830"/>
          <a:stretch/>
        </p:blipFill>
        <p:spPr>
          <a:xfrm>
            <a:off x="218251" y="2894202"/>
            <a:ext cx="3416490" cy="3816992"/>
          </a:xfrm>
          <a:prstGeom prst="round2SameRect">
            <a:avLst>
              <a:gd name="adj1" fmla="val 3809"/>
              <a:gd name="adj2" fmla="val 483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1942119" y="5210988"/>
            <a:ext cx="1576994" cy="50191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Upload banner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2" idx="0"/>
            <a:endCxn id="14" idx="2"/>
          </p:cNvCxnSpPr>
          <p:nvPr/>
        </p:nvCxnSpPr>
        <p:spPr>
          <a:xfrm flipV="1">
            <a:off x="2730616" y="4536855"/>
            <a:ext cx="1" cy="674133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1895912" y="4193315"/>
            <a:ext cx="1669409" cy="343540"/>
          </a:xfrm>
          <a:prstGeom prst="roundRect">
            <a:avLst>
              <a:gd name="adj" fmla="val 1646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21" t="6758" r="29921" b="9715"/>
          <a:stretch/>
        </p:blipFill>
        <p:spPr>
          <a:xfrm>
            <a:off x="7861585" y="1985369"/>
            <a:ext cx="4059252" cy="472582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8821991" y="671121"/>
            <a:ext cx="2144717" cy="8235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Phần Cài đặt hiển thị Banner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9889557" y="1494641"/>
            <a:ext cx="4793" cy="560662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7953865" y="2055303"/>
            <a:ext cx="3871384" cy="4504887"/>
          </a:xfrm>
          <a:prstGeom prst="roundRect">
            <a:avLst>
              <a:gd name="adj" fmla="val 3544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9064359" y="2229428"/>
            <a:ext cx="1576994" cy="50191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Chế độ hiển thị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9852856" y="2731343"/>
            <a:ext cx="0" cy="285924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8266356" y="3017267"/>
            <a:ext cx="3173000" cy="732612"/>
          </a:xfrm>
          <a:prstGeom prst="roundRect">
            <a:avLst>
              <a:gd name="adj" fmla="val 1646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9014024" y="5320043"/>
            <a:ext cx="1576994" cy="50191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Thời gian lặp qua mỗi banner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37" idx="0"/>
            <a:endCxn id="39" idx="2"/>
          </p:cNvCxnSpPr>
          <p:nvPr/>
        </p:nvCxnSpPr>
        <p:spPr>
          <a:xfrm flipH="1" flipV="1">
            <a:off x="9798328" y="5083728"/>
            <a:ext cx="4193" cy="236315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8266356" y="4301507"/>
            <a:ext cx="3063943" cy="782221"/>
          </a:xfrm>
          <a:prstGeom prst="roundRect">
            <a:avLst>
              <a:gd name="adj" fmla="val 1646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8183559" y="5905215"/>
            <a:ext cx="1446939" cy="30611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Lưu &amp; Áp dụng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44" idx="3"/>
            <a:endCxn id="46" idx="1"/>
          </p:cNvCxnSpPr>
          <p:nvPr/>
        </p:nvCxnSpPr>
        <p:spPr>
          <a:xfrm>
            <a:off x="9630498" y="6058273"/>
            <a:ext cx="474812" cy="3199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>
            <a:off x="10105310" y="5869781"/>
            <a:ext cx="1385888" cy="383381"/>
          </a:xfrm>
          <a:prstGeom prst="roundRect">
            <a:avLst>
              <a:gd name="adj" fmla="val 1646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90" t="7870" r="32044" b="11751"/>
          <a:stretch/>
        </p:blipFill>
        <p:spPr>
          <a:xfrm>
            <a:off x="3811080" y="1992541"/>
            <a:ext cx="3756892" cy="4696790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4940377" y="4692281"/>
            <a:ext cx="1576994" cy="8568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ché độ hiển thị 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56" idx="0"/>
            <a:endCxn id="58" idx="2"/>
          </p:cNvCxnSpPr>
          <p:nvPr/>
        </p:nvCxnSpPr>
        <p:spPr>
          <a:xfrm flipV="1">
            <a:off x="5728874" y="4279643"/>
            <a:ext cx="0" cy="412638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H="1">
            <a:off x="4069414" y="2872338"/>
            <a:ext cx="3318921" cy="1407305"/>
          </a:xfrm>
          <a:prstGeom prst="roundRect">
            <a:avLst>
              <a:gd name="adj" fmla="val 6692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89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66" y="825501"/>
            <a:ext cx="10724439" cy="6032496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5298326" y="3292266"/>
            <a:ext cx="1576994" cy="8568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Thanh tiến độ tải banner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>
            <a:off x="6086823" y="4149122"/>
            <a:ext cx="0" cy="544798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H="1">
            <a:off x="2256636" y="4693920"/>
            <a:ext cx="7660374" cy="632460"/>
          </a:xfrm>
          <a:prstGeom prst="roundRect">
            <a:avLst>
              <a:gd name="adj" fmla="val 6692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760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67" y="825501"/>
            <a:ext cx="10724437" cy="6032496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4572000" y="1384183"/>
            <a:ext cx="3045134" cy="107776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Phần Cập nhật ứng dụng</a:t>
            </a:r>
          </a:p>
          <a:p>
            <a:pPr algn="ctr"/>
            <a:r>
              <a:rPr lang="en-US" sz="1200" b="1" smtClean="0">
                <a:solidFill>
                  <a:schemeClr val="bg1"/>
                </a:solidFill>
              </a:rPr>
              <a:t>Để kiểm tra phiên bản Desktop App </a:t>
            </a:r>
          </a:p>
          <a:p>
            <a:pPr algn="ctr"/>
            <a:r>
              <a:rPr lang="en-US" sz="1200" b="1" smtClean="0">
                <a:solidFill>
                  <a:schemeClr val="bg1"/>
                </a:solidFill>
              </a:rPr>
              <a:t>Cập nhật phiên bản mới cho Desktop App từ xa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 flipH="1">
            <a:off x="6090406" y="2461944"/>
            <a:ext cx="4161" cy="747344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H="1">
            <a:off x="2466361" y="3209288"/>
            <a:ext cx="7248090" cy="1597603"/>
          </a:xfrm>
          <a:prstGeom prst="roundRect">
            <a:avLst>
              <a:gd name="adj" fmla="val 6692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2785876" y="4950902"/>
            <a:ext cx="3045134" cy="107776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“Kiểm tra cập nhật”</a:t>
            </a:r>
          </a:p>
          <a:p>
            <a:pPr algn="ctr"/>
            <a:r>
              <a:rPr lang="en-US" sz="1200" b="1" smtClean="0">
                <a:solidFill>
                  <a:schemeClr val="bg1"/>
                </a:solidFill>
              </a:rPr>
              <a:t>Để kiểm tra phiên bản hiện tại của Desktop App.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7" idx="0"/>
            <a:endCxn id="19" idx="2"/>
          </p:cNvCxnSpPr>
          <p:nvPr/>
        </p:nvCxnSpPr>
        <p:spPr>
          <a:xfrm flipV="1">
            <a:off x="4308443" y="4135772"/>
            <a:ext cx="0" cy="81513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H="1">
            <a:off x="2593593" y="3749879"/>
            <a:ext cx="3429701" cy="385893"/>
          </a:xfrm>
          <a:prstGeom prst="roundRect">
            <a:avLst>
              <a:gd name="adj" fmla="val 2163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6324752" y="4950902"/>
            <a:ext cx="3045134" cy="107776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“Cập nhật ngay”</a:t>
            </a:r>
            <a:br>
              <a:rPr lang="en-US" sz="1200" b="1" smtClean="0">
                <a:solidFill>
                  <a:schemeClr val="bg1"/>
                </a:solidFill>
              </a:rPr>
            </a:br>
            <a:r>
              <a:rPr lang="en-US" sz="1200" b="1" smtClean="0">
                <a:solidFill>
                  <a:schemeClr val="bg1"/>
                </a:solidFill>
              </a:rPr>
              <a:t>Khi có phiên bản mới cần cập nhật cho Desktop App.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26" idx="0"/>
            <a:endCxn id="28" idx="2"/>
          </p:cNvCxnSpPr>
          <p:nvPr/>
        </p:nvCxnSpPr>
        <p:spPr>
          <a:xfrm flipH="1" flipV="1">
            <a:off x="7826287" y="4135772"/>
            <a:ext cx="21032" cy="81513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H="1">
            <a:off x="6090405" y="3749879"/>
            <a:ext cx="3471764" cy="385893"/>
          </a:xfrm>
          <a:prstGeom prst="roundRect">
            <a:avLst>
              <a:gd name="adj" fmla="val 2163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65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67" y="825501"/>
            <a:ext cx="10724437" cy="6032495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4567839" y="2684476"/>
            <a:ext cx="3045134" cy="107776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smtClean="0">
                <a:solidFill>
                  <a:schemeClr val="bg1"/>
                </a:solidFill>
              </a:rPr>
              <a:t>Chọn “Khởi động lại ứng dụng”</a:t>
            </a:r>
          </a:p>
          <a:p>
            <a:pPr algn="ctr"/>
            <a:r>
              <a:rPr lang="en-US" sz="1200" b="1" smtClean="0">
                <a:solidFill>
                  <a:schemeClr val="bg1"/>
                </a:solidFill>
              </a:rPr>
              <a:t>Nhằm mục đích khởi động lại Desktop App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>
            <a:off x="6090406" y="3762237"/>
            <a:ext cx="0" cy="1175183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H="1">
            <a:off x="2466361" y="4937420"/>
            <a:ext cx="7248090" cy="1597603"/>
          </a:xfrm>
          <a:prstGeom prst="roundRect">
            <a:avLst>
              <a:gd name="adj" fmla="val 6692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98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18"/>
          <a:stretch/>
        </p:blipFill>
        <p:spPr>
          <a:xfrm>
            <a:off x="826719" y="825505"/>
            <a:ext cx="10508032" cy="6032495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6369050" y="3200401"/>
            <a:ext cx="3167973" cy="22152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b="1" smtClean="0">
                <a:solidFill>
                  <a:schemeClr val="bg1"/>
                </a:solidFill>
              </a:rPr>
              <a:t>Chọn vào biểu tượng Copy bên cạnh để thực hiện Copy Authtoken </a:t>
            </a:r>
            <a:endParaRPr lang="en-US" sz="2400" b="1" smtClean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0" idx="1"/>
            <a:endCxn id="15" idx="1"/>
          </p:cNvCxnSpPr>
          <p:nvPr/>
        </p:nvCxnSpPr>
        <p:spPr>
          <a:xfrm flipH="1">
            <a:off x="4911725" y="4308041"/>
            <a:ext cx="1457325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H="1">
            <a:off x="3032125" y="4104840"/>
            <a:ext cx="1879600" cy="406401"/>
          </a:xfrm>
          <a:prstGeom prst="roundRect">
            <a:avLst>
              <a:gd name="adj" fmla="val 6692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60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95" b="19181"/>
          <a:stretch/>
        </p:blipFill>
        <p:spPr>
          <a:xfrm>
            <a:off x="6195035" y="1651320"/>
            <a:ext cx="5524500" cy="5010703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1" t="9710" r="12963" b="5105"/>
          <a:stretch/>
        </p:blipFill>
        <p:spPr>
          <a:xfrm>
            <a:off x="538925" y="351998"/>
            <a:ext cx="4595344" cy="63100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6525111" y="469900"/>
            <a:ext cx="4287469" cy="21462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4000" b="1" smtClean="0">
                <a:solidFill>
                  <a:schemeClr val="bg1"/>
                </a:solidFill>
              </a:rPr>
              <a:t>Khe cắm thẻ sim </a:t>
            </a:r>
            <a:endParaRPr lang="en-US" sz="4000" b="1" smtClean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8668846" y="2616199"/>
            <a:ext cx="0" cy="181610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H="1">
            <a:off x="7897844" y="4432299"/>
            <a:ext cx="1542004" cy="863601"/>
          </a:xfrm>
          <a:prstGeom prst="roundRect">
            <a:avLst>
              <a:gd name="adj" fmla="val 6692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653775" y="4325224"/>
            <a:ext cx="4287469" cy="21462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4000" b="1" smtClean="0">
                <a:solidFill>
                  <a:schemeClr val="bg1"/>
                </a:solidFill>
              </a:rPr>
              <a:t>Gateway IoT</a:t>
            </a:r>
            <a:endParaRPr lang="en-US" sz="4000" b="1" smtClean="0">
              <a:solidFill>
                <a:schemeClr val="bg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7" idx="0"/>
            <a:endCxn id="19" idx="2"/>
          </p:cNvCxnSpPr>
          <p:nvPr/>
        </p:nvCxnSpPr>
        <p:spPr>
          <a:xfrm flipV="1">
            <a:off x="2797510" y="3873500"/>
            <a:ext cx="1292834" cy="451724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H="1">
            <a:off x="3239444" y="977900"/>
            <a:ext cx="1701800" cy="2895600"/>
          </a:xfrm>
          <a:prstGeom prst="roundRect">
            <a:avLst>
              <a:gd name="adj" fmla="val 6692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043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918" y="553921"/>
            <a:ext cx="2805682" cy="6072203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400" y="553921"/>
            <a:ext cx="2803581" cy="606765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741045" y="160221"/>
            <a:ext cx="4279460" cy="197728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b="1" smtClean="0">
                <a:solidFill>
                  <a:schemeClr val="bg1"/>
                </a:solidFill>
              </a:rPr>
              <a:t>Vào phần kết nối Wifi trên điện thoại tìm wifi local tìm wifi có định dạng “eoh.era……”</a:t>
            </a:r>
            <a:endParaRPr lang="en-US" sz="2400" b="1" smtClean="0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2880775" y="2137510"/>
            <a:ext cx="0" cy="158359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H="1">
            <a:off x="1636742" y="3721100"/>
            <a:ext cx="2488067" cy="406400"/>
          </a:xfrm>
          <a:prstGeom prst="roundRect">
            <a:avLst>
              <a:gd name="adj" fmla="val 6692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7143190" y="160220"/>
            <a:ext cx="4279460" cy="197728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b="1" smtClean="0">
                <a:solidFill>
                  <a:schemeClr val="bg1"/>
                </a:solidFill>
              </a:rPr>
              <a:t>Vào trình duyệt nhập đường dẫn URL</a:t>
            </a:r>
          </a:p>
          <a:p>
            <a:pPr algn="ctr"/>
            <a:r>
              <a:rPr lang="en-US" sz="2400" b="1" smtClean="0">
                <a:solidFill>
                  <a:schemeClr val="bg1"/>
                </a:solidFill>
              </a:rPr>
              <a:t>192.168.27.1/wifi</a:t>
            </a:r>
          </a:p>
          <a:p>
            <a:pPr algn="ctr"/>
            <a:r>
              <a:rPr lang="en-US" sz="2400" b="1" smtClean="0">
                <a:solidFill>
                  <a:schemeClr val="bg1"/>
                </a:solidFill>
              </a:rPr>
              <a:t>Và nhấn chọn Tìm kiếm</a:t>
            </a:r>
            <a:endParaRPr lang="en-US" sz="2400" b="1" smtClean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9282920" y="2137509"/>
            <a:ext cx="0" cy="2091591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H="1">
            <a:off x="7974041" y="4229100"/>
            <a:ext cx="2617758" cy="368300"/>
          </a:xfrm>
          <a:prstGeom prst="roundRect">
            <a:avLst>
              <a:gd name="adj" fmla="val 41175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82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D829-2A19-A7D6-FBDE-807C5539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690B39-4C18-ADD7-6B0E-8C41A4FE8FB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918" y="553922"/>
            <a:ext cx="2805682" cy="6072200"/>
          </a:xfrm>
          <a:prstGeom prst="round2SameRect">
            <a:avLst>
              <a:gd name="adj1" fmla="val 1391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400" y="553921"/>
            <a:ext cx="2803581" cy="606765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741045" y="160221"/>
            <a:ext cx="4279460" cy="197728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b="1" smtClean="0">
                <a:solidFill>
                  <a:schemeClr val="bg1"/>
                </a:solidFill>
              </a:rPr>
              <a:t>Chỉ cần nhập ô dưới cùng là ô Token</a:t>
            </a:r>
          </a:p>
          <a:p>
            <a:pPr algn="ctr"/>
            <a:r>
              <a:rPr lang="en-US" sz="2400" b="1" smtClean="0">
                <a:solidFill>
                  <a:schemeClr val="bg1"/>
                </a:solidFill>
              </a:rPr>
              <a:t>Dán Token đã copy ở trang app.e-ra.io vô ô này</a:t>
            </a:r>
            <a:endParaRPr lang="en-US" sz="2400" b="1" smtClean="0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flipH="1">
            <a:off x="2863042" y="2137510"/>
            <a:ext cx="17733" cy="276469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H="1">
            <a:off x="1535084" y="4902200"/>
            <a:ext cx="2655916" cy="228600"/>
          </a:xfrm>
          <a:prstGeom prst="roundRect">
            <a:avLst>
              <a:gd name="adj" fmla="val 35415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E832D5-8005-CF0C-D474-117628821D21}"/>
              </a:ext>
            </a:extLst>
          </p:cNvPr>
          <p:cNvSpPr/>
          <p:nvPr/>
        </p:nvSpPr>
        <p:spPr>
          <a:xfrm>
            <a:off x="7154289" y="4644285"/>
            <a:ext cx="4279460" cy="197728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b="1" smtClean="0">
                <a:solidFill>
                  <a:schemeClr val="bg1"/>
                </a:solidFill>
              </a:rPr>
              <a:t>Sau khi đã Dán Token vô thì nhấn chọn vào Connect</a:t>
            </a:r>
          </a:p>
          <a:p>
            <a:pPr algn="ctr"/>
            <a:r>
              <a:rPr lang="en-US" sz="2400" b="1" smtClean="0">
                <a:solidFill>
                  <a:schemeClr val="bg1"/>
                </a:solidFill>
              </a:rPr>
              <a:t>Để tiến hành kết nối Gateway tới E-Ra</a:t>
            </a:r>
            <a:endParaRPr lang="en-US" sz="2400" b="1" smtClean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0C1AF8-0A83-BA62-8484-0A6BF3BBA7D7}"/>
              </a:ext>
            </a:extLst>
          </p:cNvPr>
          <p:cNvCxnSpPr>
            <a:cxnSpLocks/>
            <a:stCxn id="18" idx="0"/>
            <a:endCxn id="20" idx="2"/>
          </p:cNvCxnSpPr>
          <p:nvPr/>
        </p:nvCxnSpPr>
        <p:spPr>
          <a:xfrm flipV="1">
            <a:off x="9294019" y="3390900"/>
            <a:ext cx="0" cy="1253385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5">
            <a:extLst>
              <a:ext uri="{FF2B5EF4-FFF2-40B4-BE49-F238E27FC236}">
                <a16:creationId xmlns:a16="http://schemas.microsoft.com/office/drawing/2014/main" id="{5C6EB276-D7C1-4C34-343A-B731A8FFCF99}"/>
              </a:ext>
            </a:extLst>
          </p:cNvPr>
          <p:cNvSpPr/>
          <p:nvPr/>
        </p:nvSpPr>
        <p:spPr>
          <a:xfrm flipH="1">
            <a:off x="7939088" y="3124200"/>
            <a:ext cx="2709862" cy="266700"/>
          </a:xfrm>
          <a:prstGeom prst="roundRect">
            <a:avLst>
              <a:gd name="adj" fmla="val 20485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5"/>
          <a:srcRect l="1059" t="1" b="-1"/>
          <a:stretch/>
        </p:blipFill>
        <p:spPr>
          <a:xfrm>
            <a:off x="7986713" y="2396672"/>
            <a:ext cx="2485348" cy="16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7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94000"/>
          </a:blip>
          <a:srcRect/>
          <a:tile tx="0" ty="0" sx="100000" sy="100000" flip="none" algn="tl"/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7DCBBA7E418B164991C436E96D872272" ma:contentTypeVersion="18" ma:contentTypeDescription="Tạo tài liệu mới." ma:contentTypeScope="" ma:versionID="4268619ac61b24a6a144a4b769b1cd54">
  <xsd:schema xmlns:xsd="http://www.w3.org/2001/XMLSchema" xmlns:xs="http://www.w3.org/2001/XMLSchema" xmlns:p="http://schemas.microsoft.com/office/2006/metadata/properties" xmlns:ns2="cec9157a-ceb8-4563-8188-1732c4e8aa09" xmlns:ns3="9666db9c-ce5c-4d95-821d-92bfd92d1a4d" targetNamespace="http://schemas.microsoft.com/office/2006/metadata/properties" ma:root="true" ma:fieldsID="f2adcd2c7ddd6c926e46684cd44774aa" ns2:_="" ns3:_="">
    <xsd:import namespace="cec9157a-ceb8-4563-8188-1732c4e8aa09"/>
    <xsd:import namespace="9666db9c-ce5c-4d95-821d-92bfd92d1a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c9157a-ceb8-4563-8188-1732c4e8aa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Thẻ Hình ảnh" ma:readOnly="false" ma:fieldId="{5cf76f15-5ced-4ddc-b409-7134ff3c332f}" ma:taxonomyMulti="true" ma:sspId="a2bc17f9-e5a4-4e91-ab3d-1aa5773b6c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66db9c-ce5c-4d95-821d-92bfd92d1a4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hia sẻ Với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Chia sẻ Có Chi tiết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3db5ba2-5846-466b-8e95-7246a9ee7cbe}" ma:internalName="TaxCatchAll" ma:showField="CatchAllData" ma:web="9666db9c-ce5c-4d95-821d-92bfd92d1a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66db9c-ce5c-4d95-821d-92bfd92d1a4d" xsi:nil="true"/>
    <lcf76f155ced4ddcb4097134ff3c332f xmlns="cec9157a-ceb8-4563-8188-1732c4e8aa0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A91E71D-7D02-4032-9823-6504E4765A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c9157a-ceb8-4563-8188-1732c4e8aa09"/>
    <ds:schemaRef ds:uri="9666db9c-ce5c-4d95-821d-92bfd92d1a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050E99-9813-4C2A-97CB-2A4E771170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69F037-C050-41E3-AD96-403461505215}">
  <ds:schemaRefs>
    <ds:schemaRef ds:uri="cec9157a-ceb8-4563-8188-1732c4e8aa09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9666db9c-ce5c-4d95-821d-92bfd92d1a4d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14839</TotalTime>
  <Words>1558</Words>
  <Application>Microsoft Office PowerPoint</Application>
  <PresentationFormat>Widescreen</PresentationFormat>
  <Paragraphs>288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__Inter_a4efb0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Ky</dc:creator>
  <cp:lastModifiedBy>Quan Minh Quan</cp:lastModifiedBy>
  <cp:revision>409</cp:revision>
  <dcterms:created xsi:type="dcterms:W3CDTF">2024-07-26T04:46:11Z</dcterms:created>
  <dcterms:modified xsi:type="dcterms:W3CDTF">2025-11-13T04:26:16Z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0x0101007DCBBA7E418B164991C436E96D872272</vt:lpwstr>
  </property>
  <property fmtid="{D5CDD505-2E9C-101B-9397-08002B2CF9AE}" pid="3" name="MediaServiceImageTags">
    <vt:lpwstr/>
  </property>
</Properties>
</file>